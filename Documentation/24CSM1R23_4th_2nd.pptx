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81" r:id="rId9"/>
    <p:sldId id="266" r:id="rId10"/>
    <p:sldId id="267" r:id="rId11"/>
    <p:sldId id="268" r:id="rId12"/>
    <p:sldId id="269" r:id="rId13"/>
    <p:sldId id="270" r:id="rId14"/>
    <p:sldId id="273" r:id="rId15"/>
    <p:sldId id="274" r:id="rId16"/>
    <p:sldId id="279" r:id="rId17"/>
    <p:sldId id="280" r:id="rId18"/>
    <p:sldId id="282" r:id="rId19"/>
    <p:sldId id="277" r:id="rId20"/>
    <p:sldId id="278" r:id="rId21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Cambria Math" panose="02040503050406030204" pitchFamily="18" charset="0"/>
      <p:regular r:id="rId27"/>
    </p:embeddedFont>
    <p:embeddedFont>
      <p:font typeface="Hanken Grotesk" panose="020B0604020202020204" charset="0"/>
      <p:regular r:id="rId28"/>
      <p:bold r:id="rId29"/>
      <p:italic r:id="rId30"/>
      <p:boldItalic r:id="rId31"/>
    </p:embeddedFont>
    <p:embeddedFont>
      <p:font typeface="Lexend" panose="020B0604020202020204" charset="0"/>
      <p:regular r:id="rId32"/>
      <p:bold r:id="rId33"/>
    </p:embeddedFont>
    <p:embeddedFont>
      <p:font typeface="Lexend Light" panose="020B0604020202020204" charset="0"/>
      <p:regular r:id="rId34"/>
      <p:bold r:id="rId35"/>
    </p:embeddedFont>
    <p:embeddedFont>
      <p:font typeface="Lexend SemiBold" panose="020B0604020202020204" charset="0"/>
      <p:regular r:id="rId36"/>
      <p:bold r:id="rId37"/>
    </p:embeddedFont>
    <p:embeddedFont>
      <p:font typeface="Work Sans SemiBold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B28E6-07B8-43B4-94E9-65CDF57FDC44}">
  <a:tblStyle styleId="{08DB28E6-07B8-43B4-94E9-65CDF57FDC4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351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8187ccf0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g38187ccf0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8187ccf0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g38187ccf0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09512a57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3809512a57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>
          <a:extLst>
            <a:ext uri="{FF2B5EF4-FFF2-40B4-BE49-F238E27FC236}">
              <a16:creationId xmlns:a16="http://schemas.microsoft.com/office/drawing/2014/main" id="{7F8DB597-2C46-C323-A8B6-7E56EBB0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09512a577_0_50:notes">
            <a:extLst>
              <a:ext uri="{FF2B5EF4-FFF2-40B4-BE49-F238E27FC236}">
                <a16:creationId xmlns:a16="http://schemas.microsoft.com/office/drawing/2014/main" id="{0725C03C-587E-0303-618D-A2D17F771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3809512a577_0_50:notes">
            <a:extLst>
              <a:ext uri="{FF2B5EF4-FFF2-40B4-BE49-F238E27FC236}">
                <a16:creationId xmlns:a16="http://schemas.microsoft.com/office/drawing/2014/main" id="{0962A16C-EDDF-FAD9-2777-FA5E04232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2202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187ccf0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g38187ccf0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8187ccf03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g38187ccf03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8187ccf03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g38187ccf03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187ccf03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4" name="Google Shape;644;g38187ccf03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" name="Google Shape;66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8187ccf03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0827013A-B592-5DA2-B8D0-D28051EB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>
            <a:extLst>
              <a:ext uri="{FF2B5EF4-FFF2-40B4-BE49-F238E27FC236}">
                <a16:creationId xmlns:a16="http://schemas.microsoft.com/office/drawing/2014/main" id="{58C8A10E-4A28-DB16-D3B4-2E4E6C8C9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8187ccf034_0_15:notes">
            <a:extLst>
              <a:ext uri="{FF2B5EF4-FFF2-40B4-BE49-F238E27FC236}">
                <a16:creationId xmlns:a16="http://schemas.microsoft.com/office/drawing/2014/main" id="{7F07544C-CF3F-480B-2134-2F3A00556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874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24DD6FC8-7BFC-55F4-657F-5317469E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187ccf034_0_15:notes">
            <a:extLst>
              <a:ext uri="{FF2B5EF4-FFF2-40B4-BE49-F238E27FC236}">
                <a16:creationId xmlns:a16="http://schemas.microsoft.com/office/drawing/2014/main" id="{8F11D985-0867-6716-34FE-A0499DEB6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8187ccf034_0_15:notes">
            <a:extLst>
              <a:ext uri="{FF2B5EF4-FFF2-40B4-BE49-F238E27FC236}">
                <a16:creationId xmlns:a16="http://schemas.microsoft.com/office/drawing/2014/main" id="{F93DE961-0D71-1F0B-CC49-C1E909F6A3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42793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C439EFF1-1569-5628-73F2-A3ACD656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8187ccf034_0_98:notes">
            <a:extLst>
              <a:ext uri="{FF2B5EF4-FFF2-40B4-BE49-F238E27FC236}">
                <a16:creationId xmlns:a16="http://schemas.microsoft.com/office/drawing/2014/main" id="{1B0E1480-092B-011F-F901-6FF1495F2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8" name="Google Shape;678;g38187ccf034_0_98:notes">
            <a:extLst>
              <a:ext uri="{FF2B5EF4-FFF2-40B4-BE49-F238E27FC236}">
                <a16:creationId xmlns:a16="http://schemas.microsoft.com/office/drawing/2014/main" id="{60C196D6-7721-3B78-5A55-1C1B2227A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992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8187ccf03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3" name="Google Shape;693;g38187ccf03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9" name="Google Shape;69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58800" y="1170000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658800" y="1717200"/>
            <a:ext cx="6364800" cy="2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022926" y="747190"/>
            <a:ext cx="2121000" cy="211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272518" y="3"/>
            <a:ext cx="750600" cy="74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0" y="4488238"/>
            <a:ext cx="657900" cy="6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 No Image">
  <p:cSld name="SECTION_TITLE_AND_DESCRI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 rot="10800000">
            <a:off x="7149000" y="3157200"/>
            <a:ext cx="1465200" cy="145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 rot="10800000">
            <a:off x="8614199" y="4615801"/>
            <a:ext cx="529800" cy="52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 rot="10800000">
            <a:off x="445974" y="1"/>
            <a:ext cx="529800" cy="527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CAPTION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2"/>
          </p:nvPr>
        </p:nvSpPr>
        <p:spPr>
          <a:xfrm>
            <a:off x="5234400" y="0"/>
            <a:ext cx="3909600" cy="514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" name="Google Shape;26;p4"/>
          <p:cNvSpPr/>
          <p:nvPr/>
        </p:nvSpPr>
        <p:spPr>
          <a:xfrm>
            <a:off x="44580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21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 Image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" name="Google Shape;33;p5"/>
          <p:cNvSpPr>
            <a:spLocks noGrp="1"/>
          </p:cNvSpPr>
          <p:nvPr>
            <p:ph type="pic" idx="2"/>
          </p:nvPr>
        </p:nvSpPr>
        <p:spPr>
          <a:xfrm>
            <a:off x="448575" y="1277400"/>
            <a:ext cx="1827000" cy="11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cxnSp>
        <p:nvCxnSpPr>
          <p:cNvPr id="34" name="Google Shape;34;p5"/>
          <p:cNvCxnSpPr/>
          <p:nvPr/>
        </p:nvCxnSpPr>
        <p:spPr>
          <a:xfrm>
            <a:off x="2792132" y="2485581"/>
            <a:ext cx="5966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5"/>
          <p:cNvSpPr/>
          <p:nvPr/>
        </p:nvSpPr>
        <p:spPr>
          <a:xfrm>
            <a:off x="2578025" y="4009976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" y="737580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2793600" y="414000"/>
            <a:ext cx="5965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732400" y="12528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2732400" y="16524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2732400" y="2754000"/>
            <a:ext cx="59832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5"/>
          </p:nvPr>
        </p:nvSpPr>
        <p:spPr>
          <a:xfrm>
            <a:off x="2732400" y="3153600"/>
            <a:ext cx="59832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448575" y="2754000"/>
            <a:ext cx="1827000" cy="111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paragraphs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694800" y="604800"/>
            <a:ext cx="7336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7056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33660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3"/>
          </p:nvPr>
        </p:nvSpPr>
        <p:spPr>
          <a:xfrm>
            <a:off x="6022800" y="1519200"/>
            <a:ext cx="2019600" cy="28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8209077" y="816633"/>
            <a:ext cx="934800" cy="93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0" y="-12"/>
            <a:ext cx="657900" cy="654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4572000" y="1746000"/>
            <a:ext cx="3636000" cy="339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658800" y="817200"/>
            <a:ext cx="374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1"/>
          </p:nvPr>
        </p:nvSpPr>
        <p:spPr>
          <a:xfrm>
            <a:off x="658800" y="1746925"/>
            <a:ext cx="37404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1363325"/>
            <a:ext cx="354000" cy="12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0" y="3154375"/>
            <a:ext cx="354000" cy="129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7773919" y="2"/>
            <a:ext cx="1370100" cy="136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957600" y="691200"/>
            <a:ext cx="7225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ubTitle" idx="1"/>
          </p:nvPr>
        </p:nvSpPr>
        <p:spPr>
          <a:xfrm>
            <a:off x="957600" y="13572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2"/>
          </p:nvPr>
        </p:nvSpPr>
        <p:spPr>
          <a:xfrm>
            <a:off x="957600" y="18360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cxnSp>
        <p:nvCxnSpPr>
          <p:cNvPr id="67" name="Google Shape;67;p8"/>
          <p:cNvCxnSpPr/>
          <p:nvPr/>
        </p:nvCxnSpPr>
        <p:spPr>
          <a:xfrm>
            <a:off x="1025997" y="2910595"/>
            <a:ext cx="709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8"/>
          <p:cNvSpPr txBox="1">
            <a:spLocks noGrp="1"/>
          </p:cNvSpPr>
          <p:nvPr>
            <p:ph type="subTitle" idx="3"/>
          </p:nvPr>
        </p:nvSpPr>
        <p:spPr>
          <a:xfrm>
            <a:off x="957600" y="3153600"/>
            <a:ext cx="72252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4"/>
          </p:nvPr>
        </p:nvSpPr>
        <p:spPr>
          <a:xfrm>
            <a:off x="957600" y="3632400"/>
            <a:ext cx="72252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2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5820900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6992701" y="31841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5716800" y="1047600"/>
            <a:ext cx="3088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76" name="Google Shape;76;p9"/>
          <p:cNvCxnSpPr/>
          <p:nvPr/>
        </p:nvCxnSpPr>
        <p:spPr>
          <a:xfrm>
            <a:off x="3494913" y="1359650"/>
            <a:ext cx="0" cy="259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9"/>
          <p:cNvSpPr/>
          <p:nvPr/>
        </p:nvSpPr>
        <p:spPr>
          <a:xfrm>
            <a:off x="1495825" y="1274852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3776475" y="1274852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1411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2"/>
          </p:nvPr>
        </p:nvSpPr>
        <p:spPr>
          <a:xfrm>
            <a:off x="1411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3"/>
          </p:nvPr>
        </p:nvSpPr>
        <p:spPr>
          <a:xfrm>
            <a:off x="3697200" y="16020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4"/>
          </p:nvPr>
        </p:nvSpPr>
        <p:spPr>
          <a:xfrm>
            <a:off x="3697200" y="2271600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3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39493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6442700" y="344850"/>
            <a:ext cx="2347800" cy="445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42906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6784000" y="87175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435600" y="1274400"/>
            <a:ext cx="3250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subTitle" idx="1"/>
          </p:nvPr>
        </p:nvSpPr>
        <p:spPr>
          <a:xfrm>
            <a:off x="41940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2"/>
          </p:nvPr>
        </p:nvSpPr>
        <p:spPr>
          <a:xfrm>
            <a:off x="41940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subTitle" idx="3"/>
          </p:nvPr>
        </p:nvSpPr>
        <p:spPr>
          <a:xfrm>
            <a:off x="6688800" y="1274400"/>
            <a:ext cx="18576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4"/>
          </p:nvPr>
        </p:nvSpPr>
        <p:spPr>
          <a:xfrm>
            <a:off x="6688800" y="2065573"/>
            <a:ext cx="18576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11"/>
          <p:cNvSpPr>
            <a:spLocks noGrp="1"/>
          </p:cNvSpPr>
          <p:nvPr>
            <p:ph type="pic" idx="2"/>
          </p:nvPr>
        </p:nvSpPr>
        <p:spPr>
          <a:xfrm>
            <a:off x="363600" y="356400"/>
            <a:ext cx="2239200" cy="22392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1"/>
          <p:cNvSpPr/>
          <p:nvPr/>
        </p:nvSpPr>
        <p:spPr>
          <a:xfrm rot="10800000">
            <a:off x="2603000" y="2595275"/>
            <a:ext cx="1160100" cy="115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1"/>
          <p:cNvSpPr/>
          <p:nvPr/>
        </p:nvSpPr>
        <p:spPr>
          <a:xfrm rot="10800000">
            <a:off x="1991300" y="3750075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 txBox="1">
            <a:spLocks noGrp="1"/>
          </p:cNvSpPr>
          <p:nvPr>
            <p:ph type="title"/>
          </p:nvPr>
        </p:nvSpPr>
        <p:spPr>
          <a:xfrm>
            <a:off x="3913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1"/>
          </p:nvPr>
        </p:nvSpPr>
        <p:spPr>
          <a:xfrm>
            <a:off x="3913200" y="1136291"/>
            <a:ext cx="46692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12"/>
          <p:cNvSpPr/>
          <p:nvPr/>
        </p:nvSpPr>
        <p:spPr>
          <a:xfrm>
            <a:off x="0" y="1441075"/>
            <a:ext cx="8780400" cy="370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"/>
          <p:cNvSpPr/>
          <p:nvPr/>
        </p:nvSpPr>
        <p:spPr>
          <a:xfrm rot="10800000">
            <a:off x="50" y="4032550"/>
            <a:ext cx="1116000" cy="111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/>
          <p:nvPr/>
        </p:nvSpPr>
        <p:spPr>
          <a:xfrm rot="10800000">
            <a:off x="8780225" y="1061875"/>
            <a:ext cx="381300" cy="3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2"/>
          <p:cNvSpPr txBox="1">
            <a:spLocks noGrp="1"/>
          </p:cNvSpPr>
          <p:nvPr>
            <p:ph type="title"/>
          </p:nvPr>
        </p:nvSpPr>
        <p:spPr>
          <a:xfrm>
            <a:off x="385200" y="406800"/>
            <a:ext cx="80136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"/>
          </p:nvPr>
        </p:nvSpPr>
        <p:spPr>
          <a:xfrm>
            <a:off x="381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2"/>
          </p:nvPr>
        </p:nvSpPr>
        <p:spPr>
          <a:xfrm>
            <a:off x="381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ubTitle" idx="3"/>
          </p:nvPr>
        </p:nvSpPr>
        <p:spPr>
          <a:xfrm>
            <a:off x="32256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3" name="Google Shape;113;p12"/>
          <p:cNvSpPr txBox="1">
            <a:spLocks noGrp="1"/>
          </p:cNvSpPr>
          <p:nvPr>
            <p:ph type="body" idx="4"/>
          </p:nvPr>
        </p:nvSpPr>
        <p:spPr>
          <a:xfrm>
            <a:off x="32256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subTitle" idx="5"/>
          </p:nvPr>
        </p:nvSpPr>
        <p:spPr>
          <a:xfrm>
            <a:off x="6062400" y="1638000"/>
            <a:ext cx="23328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body" idx="6"/>
          </p:nvPr>
        </p:nvSpPr>
        <p:spPr>
          <a:xfrm>
            <a:off x="6062400" y="2429173"/>
            <a:ext cx="23328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2">
  <p:cSld name="CUSTOM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13"/>
          <p:cNvCxnSpPr/>
          <p:nvPr/>
        </p:nvCxnSpPr>
        <p:spPr>
          <a:xfrm>
            <a:off x="4147138" y="1453875"/>
            <a:ext cx="0" cy="3099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13"/>
          <p:cNvSpPr/>
          <p:nvPr/>
        </p:nvSpPr>
        <p:spPr>
          <a:xfrm>
            <a:off x="2065050" y="1571477"/>
            <a:ext cx="187800" cy="18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372550" y="1571477"/>
            <a:ext cx="187800" cy="186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6683725" y="1571477"/>
            <a:ext cx="187800" cy="186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3"/>
          <p:cNvCxnSpPr/>
          <p:nvPr/>
        </p:nvCxnSpPr>
        <p:spPr>
          <a:xfrm>
            <a:off x="6458288" y="1453875"/>
            <a:ext cx="0" cy="3099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13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19800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body" idx="2"/>
          </p:nvPr>
        </p:nvSpPr>
        <p:spPr>
          <a:xfrm>
            <a:off x="19800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3"/>
          </p:nvPr>
        </p:nvSpPr>
        <p:spPr>
          <a:xfrm>
            <a:off x="42912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4"/>
          </p:nvPr>
        </p:nvSpPr>
        <p:spPr>
          <a:xfrm>
            <a:off x="42912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5"/>
          </p:nvPr>
        </p:nvSpPr>
        <p:spPr>
          <a:xfrm>
            <a:off x="6602400" y="1897200"/>
            <a:ext cx="2019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body" idx="6"/>
          </p:nvPr>
        </p:nvSpPr>
        <p:spPr>
          <a:xfrm>
            <a:off x="6602400" y="2566784"/>
            <a:ext cx="2019600" cy="1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/>
          </p:nvPr>
        </p:nvSpPr>
        <p:spPr>
          <a:xfrm>
            <a:off x="1980000" y="565200"/>
            <a:ext cx="66420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">
  <p:cSld name="CUSTOM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0" y="0"/>
            <a:ext cx="7949700" cy="482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414488" y="60277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414475" y="1967702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14488" y="3338327"/>
            <a:ext cx="187800" cy="18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7949700" y="4829701"/>
            <a:ext cx="315300" cy="31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156250" y="-1"/>
            <a:ext cx="793500" cy="78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1"/>
          </p:nvPr>
        </p:nvSpPr>
        <p:spPr>
          <a:xfrm>
            <a:off x="666000" y="500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body" idx="2"/>
          </p:nvPr>
        </p:nvSpPr>
        <p:spPr>
          <a:xfrm>
            <a:off x="666000" y="1018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3"/>
          </p:nvPr>
        </p:nvSpPr>
        <p:spPr>
          <a:xfrm>
            <a:off x="666000" y="18648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4"/>
          </p:nvPr>
        </p:nvSpPr>
        <p:spPr>
          <a:xfrm>
            <a:off x="666000" y="23832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5"/>
          </p:nvPr>
        </p:nvSpPr>
        <p:spPr>
          <a:xfrm>
            <a:off x="666000" y="3236400"/>
            <a:ext cx="6872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body" idx="6"/>
          </p:nvPr>
        </p:nvSpPr>
        <p:spPr>
          <a:xfrm>
            <a:off x="666000" y="3754800"/>
            <a:ext cx="6872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44" name="Google Shape;144;p14"/>
          <p:cNvCxnSpPr/>
          <p:nvPr/>
        </p:nvCxnSpPr>
        <p:spPr>
          <a:xfrm rot="10800000">
            <a:off x="384525" y="1728450"/>
            <a:ext cx="720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14"/>
          <p:cNvCxnSpPr/>
          <p:nvPr/>
        </p:nvCxnSpPr>
        <p:spPr>
          <a:xfrm rot="10800000">
            <a:off x="383581" y="3084600"/>
            <a:ext cx="7205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 rot="5400000">
            <a:off x="6312000" y="2248800"/>
            <a:ext cx="45540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CUSTOM_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15"/>
          <p:cNvCxnSpPr/>
          <p:nvPr/>
        </p:nvCxnSpPr>
        <p:spPr>
          <a:xfrm>
            <a:off x="3383350" y="1008313"/>
            <a:ext cx="0" cy="3836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15"/>
          <p:cNvSpPr/>
          <p:nvPr/>
        </p:nvSpPr>
        <p:spPr>
          <a:xfrm>
            <a:off x="1433389" y="940757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591740" y="940757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728363" y="940757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15"/>
          <p:cNvCxnSpPr/>
          <p:nvPr/>
        </p:nvCxnSpPr>
        <p:spPr>
          <a:xfrm>
            <a:off x="5519950" y="1008313"/>
            <a:ext cx="0" cy="3836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153;p15"/>
          <p:cNvSpPr txBox="1">
            <a:spLocks noGrp="1"/>
          </p:cNvSpPr>
          <p:nvPr>
            <p:ph type="subTitle" idx="1"/>
          </p:nvPr>
        </p:nvSpPr>
        <p:spPr>
          <a:xfrm>
            <a:off x="13806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13806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subTitle" idx="3"/>
          </p:nvPr>
        </p:nvSpPr>
        <p:spPr>
          <a:xfrm>
            <a:off x="35190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body" idx="4"/>
          </p:nvPr>
        </p:nvSpPr>
        <p:spPr>
          <a:xfrm>
            <a:off x="35190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5"/>
          </p:nvPr>
        </p:nvSpPr>
        <p:spPr>
          <a:xfrm>
            <a:off x="5653800" y="2065198"/>
            <a:ext cx="186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6"/>
          </p:nvPr>
        </p:nvSpPr>
        <p:spPr>
          <a:xfrm>
            <a:off x="5653800" y="2530810"/>
            <a:ext cx="1868400" cy="2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title"/>
          </p:nvPr>
        </p:nvSpPr>
        <p:spPr>
          <a:xfrm>
            <a:off x="1351800" y="299088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5"/>
          <p:cNvSpPr>
            <a:spLocks noGrp="1"/>
          </p:cNvSpPr>
          <p:nvPr>
            <p:ph type="pic" idx="7"/>
          </p:nvPr>
        </p:nvSpPr>
        <p:spPr>
          <a:xfrm>
            <a:off x="16071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5"/>
          <p:cNvSpPr>
            <a:spLocks noGrp="1"/>
          </p:cNvSpPr>
          <p:nvPr>
            <p:ph type="pic" idx="8"/>
          </p:nvPr>
        </p:nvSpPr>
        <p:spPr>
          <a:xfrm>
            <a:off x="37455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>
            <a:spLocks noGrp="1"/>
          </p:cNvSpPr>
          <p:nvPr>
            <p:ph type="pic" idx="9"/>
          </p:nvPr>
        </p:nvSpPr>
        <p:spPr>
          <a:xfrm>
            <a:off x="5880300" y="1121663"/>
            <a:ext cx="1415400" cy="78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2">
  <p:cSld name="CUSTOM_3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/>
          <p:nvPr/>
        </p:nvSpPr>
        <p:spPr>
          <a:xfrm>
            <a:off x="0" y="1765325"/>
            <a:ext cx="9187200" cy="3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/>
          <p:nvPr/>
        </p:nvSpPr>
        <p:spPr>
          <a:xfrm rot="10800000">
            <a:off x="150" y="25"/>
            <a:ext cx="809400" cy="805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09550" y="805825"/>
            <a:ext cx="320700" cy="31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 txBox="1">
            <a:spLocks noGrp="1"/>
          </p:cNvSpPr>
          <p:nvPr>
            <p:ph type="subTitle" idx="1"/>
          </p:nvPr>
        </p:nvSpPr>
        <p:spPr>
          <a:xfrm>
            <a:off x="352800" y="3117600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body" idx="2"/>
          </p:nvPr>
        </p:nvSpPr>
        <p:spPr>
          <a:xfrm>
            <a:off x="352800" y="3708475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16"/>
          <p:cNvSpPr/>
          <p:nvPr/>
        </p:nvSpPr>
        <p:spPr>
          <a:xfrm rot="10800000">
            <a:off x="471300" y="2712924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3"/>
          </p:nvPr>
        </p:nvSpPr>
        <p:spPr>
          <a:xfrm>
            <a:off x="2574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body" idx="4"/>
          </p:nvPr>
        </p:nvSpPr>
        <p:spPr>
          <a:xfrm>
            <a:off x="2574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16"/>
          <p:cNvSpPr/>
          <p:nvPr/>
        </p:nvSpPr>
        <p:spPr>
          <a:xfrm rot="10800000">
            <a:off x="26756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5"/>
          </p:nvPr>
        </p:nvSpPr>
        <p:spPr>
          <a:xfrm>
            <a:off x="4788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6"/>
          </p:nvPr>
        </p:nvSpPr>
        <p:spPr>
          <a:xfrm>
            <a:off x="4788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6"/>
          <p:cNvSpPr/>
          <p:nvPr/>
        </p:nvSpPr>
        <p:spPr>
          <a:xfrm rot="10800000">
            <a:off x="48799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7"/>
          </p:nvPr>
        </p:nvSpPr>
        <p:spPr>
          <a:xfrm>
            <a:off x="7002000" y="3118322"/>
            <a:ext cx="18072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8"/>
          </p:nvPr>
        </p:nvSpPr>
        <p:spPr>
          <a:xfrm>
            <a:off x="7002000" y="3708834"/>
            <a:ext cx="1807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/>
          <p:nvPr/>
        </p:nvSpPr>
        <p:spPr>
          <a:xfrm rot="10800000">
            <a:off x="7084200" y="2712925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 txBox="1">
            <a:spLocks noGrp="1"/>
          </p:cNvSpPr>
          <p:nvPr>
            <p:ph type="title"/>
          </p:nvPr>
        </p:nvSpPr>
        <p:spPr>
          <a:xfrm>
            <a:off x="370800" y="774000"/>
            <a:ext cx="84060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3">
  <p:cSld name="CUSTOM_4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/>
          <p:nvPr/>
        </p:nvSpPr>
        <p:spPr>
          <a:xfrm>
            <a:off x="33483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/>
          <p:nvPr/>
        </p:nvSpPr>
        <p:spPr>
          <a:xfrm rot="10800000">
            <a:off x="33483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250431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 rot="10800000">
            <a:off x="250431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673788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 rot="10800000">
            <a:off x="4673788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843263" y="2126713"/>
            <a:ext cx="1965900" cy="243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 rot="10800000">
            <a:off x="6843263" y="2126714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 rot="10800000">
            <a:off x="7496775" y="242838"/>
            <a:ext cx="1291200" cy="123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 rot="10800000">
            <a:off x="6843285" y="1476138"/>
            <a:ext cx="653400" cy="65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40862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257810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4747575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917050" y="2199600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1"/>
          </p:nvPr>
        </p:nvSpPr>
        <p:spPr>
          <a:xfrm>
            <a:off x="468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2"/>
          </p:nvPr>
        </p:nvSpPr>
        <p:spPr>
          <a:xfrm>
            <a:off x="468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3"/>
          </p:nvPr>
        </p:nvSpPr>
        <p:spPr>
          <a:xfrm>
            <a:off x="26352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body" idx="4"/>
          </p:nvPr>
        </p:nvSpPr>
        <p:spPr>
          <a:xfrm>
            <a:off x="26352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5"/>
          </p:nvPr>
        </p:nvSpPr>
        <p:spPr>
          <a:xfrm>
            <a:off x="48060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body" idx="6"/>
          </p:nvPr>
        </p:nvSpPr>
        <p:spPr>
          <a:xfrm>
            <a:off x="48060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7"/>
          </p:nvPr>
        </p:nvSpPr>
        <p:spPr>
          <a:xfrm>
            <a:off x="6976800" y="3024000"/>
            <a:ext cx="17028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body" idx="8"/>
          </p:nvPr>
        </p:nvSpPr>
        <p:spPr>
          <a:xfrm>
            <a:off x="6976800" y="3614875"/>
            <a:ext cx="17028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title"/>
          </p:nvPr>
        </p:nvSpPr>
        <p:spPr>
          <a:xfrm>
            <a:off x="370800" y="727200"/>
            <a:ext cx="64404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1">
  <p:cSld name="CUSTOM_5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1287000" y="1265975"/>
            <a:ext cx="6289200" cy="316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711039" y="1957095"/>
            <a:ext cx="173700" cy="17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704190" y="1957095"/>
            <a:ext cx="173700" cy="17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759988" y="1957095"/>
            <a:ext cx="173700" cy="17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8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8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1"/>
          </p:nvPr>
        </p:nvSpPr>
        <p:spPr>
          <a:xfrm>
            <a:off x="162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body" idx="2"/>
          </p:nvPr>
        </p:nvSpPr>
        <p:spPr>
          <a:xfrm>
            <a:off x="162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3"/>
          </p:nvPr>
        </p:nvSpPr>
        <p:spPr>
          <a:xfrm>
            <a:off x="360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body" idx="4"/>
          </p:nvPr>
        </p:nvSpPr>
        <p:spPr>
          <a:xfrm>
            <a:off x="360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5"/>
          </p:nvPr>
        </p:nvSpPr>
        <p:spPr>
          <a:xfrm>
            <a:off x="5670000" y="2293200"/>
            <a:ext cx="15732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body" idx="6"/>
          </p:nvPr>
        </p:nvSpPr>
        <p:spPr>
          <a:xfrm>
            <a:off x="5670000" y="2978916"/>
            <a:ext cx="1573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title"/>
          </p:nvPr>
        </p:nvSpPr>
        <p:spPr>
          <a:xfrm>
            <a:off x="1288800" y="363600"/>
            <a:ext cx="628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2">
  <p:cSld name="CUSTOM_6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247012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/>
          <p:nvPr/>
        </p:nvSpPr>
        <p:spPr>
          <a:xfrm rot="10800000">
            <a:off x="247011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639600" y="1352852"/>
            <a:ext cx="1965900" cy="288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/>
          <p:nvPr/>
        </p:nvSpPr>
        <p:spPr>
          <a:xfrm rot="10800000">
            <a:off x="4639588" y="1352839"/>
            <a:ext cx="652800" cy="65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6809075" y="1352852"/>
            <a:ext cx="1965900" cy="28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/>
          <p:nvPr/>
        </p:nvSpPr>
        <p:spPr>
          <a:xfrm rot="10800000">
            <a:off x="6809063" y="1352839"/>
            <a:ext cx="652800" cy="65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/>
          <p:nvPr/>
        </p:nvSpPr>
        <p:spPr>
          <a:xfrm rot="10800000">
            <a:off x="1310025" y="1352850"/>
            <a:ext cx="1160100" cy="115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9"/>
          <p:cNvSpPr/>
          <p:nvPr/>
        </p:nvSpPr>
        <p:spPr>
          <a:xfrm rot="10800000">
            <a:off x="1034925" y="2507675"/>
            <a:ext cx="275100" cy="27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/>
          <p:nvPr/>
        </p:nvSpPr>
        <p:spPr>
          <a:xfrm rot="10800000">
            <a:off x="0" y="4534500"/>
            <a:ext cx="611700" cy="60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54390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4713375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882850" y="1425725"/>
            <a:ext cx="505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14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 txBox="1">
            <a:spLocks noGrp="1"/>
          </p:cNvSpPr>
          <p:nvPr>
            <p:ph type="subTitle" idx="1"/>
          </p:nvPr>
        </p:nvSpPr>
        <p:spPr>
          <a:xfrm>
            <a:off x="2602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body" idx="2"/>
          </p:nvPr>
        </p:nvSpPr>
        <p:spPr>
          <a:xfrm>
            <a:off x="2602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subTitle" idx="3"/>
          </p:nvPr>
        </p:nvSpPr>
        <p:spPr>
          <a:xfrm>
            <a:off x="47700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body" idx="4"/>
          </p:nvPr>
        </p:nvSpPr>
        <p:spPr>
          <a:xfrm>
            <a:off x="47700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5"/>
          </p:nvPr>
        </p:nvSpPr>
        <p:spPr>
          <a:xfrm>
            <a:off x="6940800" y="2480400"/>
            <a:ext cx="1702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body" idx="6"/>
          </p:nvPr>
        </p:nvSpPr>
        <p:spPr>
          <a:xfrm>
            <a:off x="6940800" y="3051589"/>
            <a:ext cx="1702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9"/>
          <p:cNvSpPr txBox="1">
            <a:spLocks noGrp="1"/>
          </p:cNvSpPr>
          <p:nvPr>
            <p:ph type="title"/>
          </p:nvPr>
        </p:nvSpPr>
        <p:spPr>
          <a:xfrm>
            <a:off x="2469600" y="565200"/>
            <a:ext cx="63036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1">
  <p:cSld name="CUSTOM_7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0"/>
          <p:cNvCxnSpPr/>
          <p:nvPr/>
        </p:nvCxnSpPr>
        <p:spPr>
          <a:xfrm>
            <a:off x="1079125" y="2172725"/>
            <a:ext cx="7090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1" name="Google Shape;241;p20"/>
          <p:cNvSpPr/>
          <p:nvPr/>
        </p:nvSpPr>
        <p:spPr>
          <a:xfrm>
            <a:off x="997405" y="2051213"/>
            <a:ext cx="243000" cy="243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3510430" y="2051213"/>
            <a:ext cx="243000" cy="2430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058505" y="2051213"/>
            <a:ext cx="243000" cy="2430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700825" y="1"/>
            <a:ext cx="777300" cy="7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182801" y="415900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 txBox="1">
            <a:spLocks noGrp="1"/>
          </p:cNvSpPr>
          <p:nvPr>
            <p:ph type="title"/>
          </p:nvPr>
        </p:nvSpPr>
        <p:spPr>
          <a:xfrm>
            <a:off x="961200" y="1000800"/>
            <a:ext cx="720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subTitle" idx="1"/>
          </p:nvPr>
        </p:nvSpPr>
        <p:spPr>
          <a:xfrm>
            <a:off x="9612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49" name="Google Shape;249;p20"/>
          <p:cNvSpPr txBox="1">
            <a:spLocks noGrp="1"/>
          </p:cNvSpPr>
          <p:nvPr>
            <p:ph type="body" idx="2"/>
          </p:nvPr>
        </p:nvSpPr>
        <p:spPr>
          <a:xfrm>
            <a:off x="9612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subTitle" idx="3"/>
          </p:nvPr>
        </p:nvSpPr>
        <p:spPr>
          <a:xfrm>
            <a:off x="34740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body" idx="4"/>
          </p:nvPr>
        </p:nvSpPr>
        <p:spPr>
          <a:xfrm>
            <a:off x="34740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20"/>
          <p:cNvSpPr txBox="1">
            <a:spLocks noGrp="1"/>
          </p:cNvSpPr>
          <p:nvPr>
            <p:ph type="subTitle" idx="5"/>
          </p:nvPr>
        </p:nvSpPr>
        <p:spPr>
          <a:xfrm>
            <a:off x="6022800" y="2422800"/>
            <a:ext cx="2160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body" idx="6"/>
          </p:nvPr>
        </p:nvSpPr>
        <p:spPr>
          <a:xfrm>
            <a:off x="6022800" y="3108516"/>
            <a:ext cx="21600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2">
  <p:cSld name="CUSTOM_8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21"/>
          <p:cNvCxnSpPr/>
          <p:nvPr/>
        </p:nvCxnSpPr>
        <p:spPr>
          <a:xfrm>
            <a:off x="4658925" y="21425"/>
            <a:ext cx="0" cy="51267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21"/>
          <p:cNvSpPr/>
          <p:nvPr/>
        </p:nvSpPr>
        <p:spPr>
          <a:xfrm>
            <a:off x="4565166" y="1137552"/>
            <a:ext cx="208800" cy="208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/>
          <p:nvPr/>
        </p:nvSpPr>
        <p:spPr>
          <a:xfrm flipH="1">
            <a:off x="4544115" y="2467342"/>
            <a:ext cx="208800" cy="208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543875" y="3797132"/>
            <a:ext cx="208800" cy="2088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486627" y="319958"/>
            <a:ext cx="934800" cy="93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8421426" y="1250255"/>
            <a:ext cx="375300" cy="37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1"/>
          </p:nvPr>
        </p:nvSpPr>
        <p:spPr>
          <a:xfrm>
            <a:off x="4928400" y="9180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body" idx="2"/>
          </p:nvPr>
        </p:nvSpPr>
        <p:spPr>
          <a:xfrm>
            <a:off x="4928400" y="12852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3"/>
          </p:nvPr>
        </p:nvSpPr>
        <p:spPr>
          <a:xfrm>
            <a:off x="4928400" y="22968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body" idx="4"/>
          </p:nvPr>
        </p:nvSpPr>
        <p:spPr>
          <a:xfrm>
            <a:off x="4928400" y="26640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5"/>
          </p:nvPr>
        </p:nvSpPr>
        <p:spPr>
          <a:xfrm>
            <a:off x="4928400" y="3675600"/>
            <a:ext cx="29412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body" idx="6"/>
          </p:nvPr>
        </p:nvSpPr>
        <p:spPr>
          <a:xfrm>
            <a:off x="4928400" y="4042800"/>
            <a:ext cx="2941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8" name="Google Shape;268;p21"/>
          <p:cNvSpPr txBox="1">
            <a:spLocks noGrp="1"/>
          </p:cNvSpPr>
          <p:nvPr>
            <p:ph type="title"/>
          </p:nvPr>
        </p:nvSpPr>
        <p:spPr>
          <a:xfrm>
            <a:off x="482400" y="2314800"/>
            <a:ext cx="347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items on timeline">
  <p:cSld name="CUSTOM_9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22"/>
          <p:cNvCxnSpPr/>
          <p:nvPr/>
        </p:nvCxnSpPr>
        <p:spPr>
          <a:xfrm>
            <a:off x="-8675" y="2172725"/>
            <a:ext cx="9167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p22"/>
          <p:cNvSpPr/>
          <p:nvPr/>
        </p:nvSpPr>
        <p:spPr>
          <a:xfrm>
            <a:off x="223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509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795850" y="2004575"/>
            <a:ext cx="1863000" cy="33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081850" y="2004575"/>
            <a:ext cx="1863000" cy="33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0" y="-1"/>
            <a:ext cx="924000" cy="9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8045109" y="4044221"/>
            <a:ext cx="606000" cy="60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7830625" y="3830525"/>
            <a:ext cx="214500" cy="2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>
            <a:spLocks noGrp="1"/>
          </p:cNvSpPr>
          <p:nvPr>
            <p:ph type="subTitle" idx="1"/>
          </p:nvPr>
        </p:nvSpPr>
        <p:spPr>
          <a:xfrm>
            <a:off x="223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79" name="Google Shape;279;p22"/>
          <p:cNvSpPr txBox="1">
            <a:spLocks noGrp="1"/>
          </p:cNvSpPr>
          <p:nvPr>
            <p:ph type="body" idx="2"/>
          </p:nvPr>
        </p:nvSpPr>
        <p:spPr>
          <a:xfrm>
            <a:off x="223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subTitle" idx="3"/>
          </p:nvPr>
        </p:nvSpPr>
        <p:spPr>
          <a:xfrm>
            <a:off x="2509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1" name="Google Shape;281;p22"/>
          <p:cNvSpPr txBox="1">
            <a:spLocks noGrp="1"/>
          </p:cNvSpPr>
          <p:nvPr>
            <p:ph type="body" idx="4"/>
          </p:nvPr>
        </p:nvSpPr>
        <p:spPr>
          <a:xfrm>
            <a:off x="2509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2" name="Google Shape;282;p22"/>
          <p:cNvSpPr txBox="1">
            <a:spLocks noGrp="1"/>
          </p:cNvSpPr>
          <p:nvPr>
            <p:ph type="subTitle" idx="5"/>
          </p:nvPr>
        </p:nvSpPr>
        <p:spPr>
          <a:xfrm>
            <a:off x="4795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3" name="Google Shape;283;p22"/>
          <p:cNvSpPr txBox="1">
            <a:spLocks noGrp="1"/>
          </p:cNvSpPr>
          <p:nvPr>
            <p:ph type="body" idx="6"/>
          </p:nvPr>
        </p:nvSpPr>
        <p:spPr>
          <a:xfrm>
            <a:off x="4795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subTitle" idx="7"/>
          </p:nvPr>
        </p:nvSpPr>
        <p:spPr>
          <a:xfrm>
            <a:off x="7081850" y="24708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body" idx="8"/>
          </p:nvPr>
        </p:nvSpPr>
        <p:spPr>
          <a:xfrm>
            <a:off x="7081850" y="30491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1339225" y="888075"/>
            <a:ext cx="64719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Bio Slide v1">
  <p:cSld name="CUSTOM_10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3332075" y="796200"/>
            <a:ext cx="5448900" cy="355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57750" y="0"/>
            <a:ext cx="800100" cy="79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>
            <a:spLocks noGrp="1"/>
          </p:cNvSpPr>
          <p:nvPr>
            <p:ph type="pic" idx="2"/>
          </p:nvPr>
        </p:nvSpPr>
        <p:spPr>
          <a:xfrm>
            <a:off x="957600" y="799200"/>
            <a:ext cx="2894400" cy="28944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23"/>
          <p:cNvSpPr/>
          <p:nvPr/>
        </p:nvSpPr>
        <p:spPr>
          <a:xfrm>
            <a:off x="551625" y="3422575"/>
            <a:ext cx="2892600" cy="118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230000" y="1033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230000" y="1717200"/>
            <a:ext cx="432720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subTitle" idx="3"/>
          </p:nvPr>
        </p:nvSpPr>
        <p:spPr>
          <a:xfrm>
            <a:off x="756675" y="3541450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body" idx="4"/>
          </p:nvPr>
        </p:nvSpPr>
        <p:spPr>
          <a:xfrm>
            <a:off x="756675" y="4031807"/>
            <a:ext cx="24825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Bio Slide v2">
  <p:cSld name="CUSTOM_1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/>
          <p:nvPr/>
        </p:nvSpPr>
        <p:spPr>
          <a:xfrm>
            <a:off x="0" y="-10800"/>
            <a:ext cx="6821400" cy="18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821425" y="3703675"/>
            <a:ext cx="2322600" cy="14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858E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 rot="10800000">
            <a:off x="1140600" y="3788549"/>
            <a:ext cx="242400" cy="24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>
            <a:spLocks noGrp="1"/>
          </p:cNvSpPr>
          <p:nvPr>
            <p:ph type="pic" idx="2"/>
          </p:nvPr>
        </p:nvSpPr>
        <p:spPr>
          <a:xfrm>
            <a:off x="6819600" y="-9500"/>
            <a:ext cx="2322600" cy="371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24"/>
          <p:cNvSpPr txBox="1">
            <a:spLocks noGrp="1"/>
          </p:cNvSpPr>
          <p:nvPr>
            <p:ph type="subTitle" idx="1"/>
          </p:nvPr>
        </p:nvSpPr>
        <p:spPr>
          <a:xfrm>
            <a:off x="7014300" y="392596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body" idx="3"/>
          </p:nvPr>
        </p:nvSpPr>
        <p:spPr>
          <a:xfrm>
            <a:off x="7014300" y="443507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24"/>
          <p:cNvSpPr txBox="1">
            <a:spLocks noGrp="1"/>
          </p:cNvSpPr>
          <p:nvPr>
            <p:ph type="title"/>
          </p:nvPr>
        </p:nvSpPr>
        <p:spPr>
          <a:xfrm>
            <a:off x="349200" y="522800"/>
            <a:ext cx="62676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24"/>
          <p:cNvSpPr txBox="1">
            <a:spLocks noGrp="1"/>
          </p:cNvSpPr>
          <p:nvPr>
            <p:ph type="body" idx="4"/>
          </p:nvPr>
        </p:nvSpPr>
        <p:spPr>
          <a:xfrm>
            <a:off x="349200" y="1984575"/>
            <a:ext cx="6267600" cy="29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Bio Slide v3">
  <p:cSld name="CUSTOM_12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152100" y="1006800"/>
            <a:ext cx="2132400" cy="121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5"/>
          <p:cNvSpPr/>
          <p:nvPr/>
        </p:nvSpPr>
        <p:spPr>
          <a:xfrm rot="10800000">
            <a:off x="1491250" y="3937108"/>
            <a:ext cx="793200" cy="789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5"/>
          <p:cNvSpPr/>
          <p:nvPr/>
        </p:nvSpPr>
        <p:spPr>
          <a:xfrm rot="10800000">
            <a:off x="1072974" y="4727100"/>
            <a:ext cx="418200" cy="41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5"/>
          <p:cNvSpPr/>
          <p:nvPr/>
        </p:nvSpPr>
        <p:spPr>
          <a:xfrm rot="10800000">
            <a:off x="8133001" y="0"/>
            <a:ext cx="1011000" cy="100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>
            <a:spLocks noGrp="1"/>
          </p:cNvSpPr>
          <p:nvPr>
            <p:ph type="pic" idx="2"/>
          </p:nvPr>
        </p:nvSpPr>
        <p:spPr>
          <a:xfrm>
            <a:off x="2286000" y="2224800"/>
            <a:ext cx="1918800" cy="17136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25"/>
          <p:cNvSpPr txBox="1">
            <a:spLocks noGrp="1"/>
          </p:cNvSpPr>
          <p:nvPr>
            <p:ph type="title"/>
          </p:nvPr>
        </p:nvSpPr>
        <p:spPr>
          <a:xfrm>
            <a:off x="4356000" y="123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25"/>
          <p:cNvSpPr txBox="1">
            <a:spLocks noGrp="1"/>
          </p:cNvSpPr>
          <p:nvPr>
            <p:ph type="body" idx="1"/>
          </p:nvPr>
        </p:nvSpPr>
        <p:spPr>
          <a:xfrm>
            <a:off x="4356000" y="1828800"/>
            <a:ext cx="4327200" cy="20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4" name="Google Shape;314;p25"/>
          <p:cNvSpPr txBox="1">
            <a:spLocks noGrp="1"/>
          </p:cNvSpPr>
          <p:nvPr>
            <p:ph type="subTitle" idx="3"/>
          </p:nvPr>
        </p:nvSpPr>
        <p:spPr>
          <a:xfrm>
            <a:off x="251700" y="1123188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15" name="Google Shape;315;p25"/>
          <p:cNvSpPr txBox="1">
            <a:spLocks noGrp="1"/>
          </p:cNvSpPr>
          <p:nvPr>
            <p:ph type="body" idx="4"/>
          </p:nvPr>
        </p:nvSpPr>
        <p:spPr>
          <a:xfrm>
            <a:off x="251700" y="1632303"/>
            <a:ext cx="193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v1">
  <p:cSld name="CUSTOM_13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/>
          <p:nvPr/>
        </p:nvSpPr>
        <p:spPr>
          <a:xfrm>
            <a:off x="6893725" y="2893800"/>
            <a:ext cx="2250900" cy="223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8459400" y="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015800" y="4451250"/>
            <a:ext cx="684600" cy="68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3667025" y="4104000"/>
            <a:ext cx="348900" cy="34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>
            <a:spLocks noGrp="1"/>
          </p:cNvSpPr>
          <p:nvPr>
            <p:ph type="pic" idx="2"/>
          </p:nvPr>
        </p:nvSpPr>
        <p:spPr>
          <a:xfrm>
            <a:off x="4701600" y="691200"/>
            <a:ext cx="3758400" cy="375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26"/>
          <p:cNvSpPr txBox="1">
            <a:spLocks noGrp="1"/>
          </p:cNvSpPr>
          <p:nvPr>
            <p:ph type="title"/>
          </p:nvPr>
        </p:nvSpPr>
        <p:spPr>
          <a:xfrm>
            <a:off x="327600" y="691200"/>
            <a:ext cx="4327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6"/>
          <p:cNvSpPr txBox="1">
            <a:spLocks noGrp="1"/>
          </p:cNvSpPr>
          <p:nvPr>
            <p:ph type="body" idx="1"/>
          </p:nvPr>
        </p:nvSpPr>
        <p:spPr>
          <a:xfrm>
            <a:off x="439200" y="17352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438446" y="234388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438446" y="3211052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6" name="Google Shape;326;p26"/>
          <p:cNvSpPr txBox="1">
            <a:spLocks noGrp="1"/>
          </p:cNvSpPr>
          <p:nvPr>
            <p:ph type="body" idx="3"/>
          </p:nvPr>
        </p:nvSpPr>
        <p:spPr>
          <a:xfrm>
            <a:off x="439200" y="26028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438446" y="1476713"/>
            <a:ext cx="35910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28" name="Google Shape;328;p26"/>
          <p:cNvSpPr txBox="1">
            <a:spLocks noGrp="1"/>
          </p:cNvSpPr>
          <p:nvPr>
            <p:ph type="body" idx="4"/>
          </p:nvPr>
        </p:nvSpPr>
        <p:spPr>
          <a:xfrm>
            <a:off x="439200" y="3470400"/>
            <a:ext cx="359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v2">
  <p:cSld name="CUSTOM_14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/>
          <p:nvPr/>
        </p:nvSpPr>
        <p:spPr>
          <a:xfrm>
            <a:off x="7529401" y="353850"/>
            <a:ext cx="1614600" cy="160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7173980" y="0"/>
            <a:ext cx="355500" cy="35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7"/>
          <p:cNvSpPr>
            <a:spLocks noGrp="1"/>
          </p:cNvSpPr>
          <p:nvPr>
            <p:ph type="pic" idx="2"/>
          </p:nvPr>
        </p:nvSpPr>
        <p:spPr>
          <a:xfrm>
            <a:off x="4334400" y="1962000"/>
            <a:ext cx="3196800" cy="3182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27"/>
          <p:cNvSpPr txBox="1">
            <a:spLocks noGrp="1"/>
          </p:cNvSpPr>
          <p:nvPr>
            <p:ph type="title"/>
          </p:nvPr>
        </p:nvSpPr>
        <p:spPr>
          <a:xfrm>
            <a:off x="4402800" y="918000"/>
            <a:ext cx="3013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516830" y="73005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Number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516830" y="1597220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Email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516830" y="246438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Site Link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516830" y="3331559"/>
            <a:ext cx="3323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Address</a:t>
            </a:r>
            <a:endParaRPr sz="1400" b="0" i="0" u="none" strike="noStrike" cap="non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38" name="Google Shape;338;p27"/>
          <p:cNvSpPr txBox="1">
            <a:spLocks noGrp="1"/>
          </p:cNvSpPr>
          <p:nvPr>
            <p:ph type="body" idx="1"/>
          </p:nvPr>
        </p:nvSpPr>
        <p:spPr>
          <a:xfrm>
            <a:off x="514800" y="9900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3"/>
          </p:nvPr>
        </p:nvSpPr>
        <p:spPr>
          <a:xfrm>
            <a:off x="514800" y="18576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body" idx="4"/>
          </p:nvPr>
        </p:nvSpPr>
        <p:spPr>
          <a:xfrm>
            <a:off x="514800" y="2725200"/>
            <a:ext cx="33228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5"/>
          </p:nvPr>
        </p:nvSpPr>
        <p:spPr>
          <a:xfrm>
            <a:off x="514800" y="3589200"/>
            <a:ext cx="33228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15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6877083" y="2876224"/>
            <a:ext cx="1615800" cy="160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0" y="4787813"/>
            <a:ext cx="9144000" cy="3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361436" y="365681"/>
            <a:ext cx="2036400" cy="202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8"/>
          <p:cNvSpPr txBox="1">
            <a:spLocks noGrp="1"/>
          </p:cNvSpPr>
          <p:nvPr>
            <p:ph type="title"/>
          </p:nvPr>
        </p:nvSpPr>
        <p:spPr>
          <a:xfrm>
            <a:off x="2885325" y="1859425"/>
            <a:ext cx="36462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Hanken Grotesk"/>
              <a:buNone/>
              <a:defRPr sz="4500" b="1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47" name="Google Shape;347;p28"/>
          <p:cNvSpPr txBox="1">
            <a:spLocks noGrp="1"/>
          </p:cNvSpPr>
          <p:nvPr>
            <p:ph type="title" idx="2"/>
          </p:nvPr>
        </p:nvSpPr>
        <p:spPr>
          <a:xfrm>
            <a:off x="2885354" y="2746477"/>
            <a:ext cx="36462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SemiBold"/>
              <a:buNone/>
              <a:defRPr sz="1400" b="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exend SemiBold"/>
              <a:buNone/>
              <a:defRPr sz="1400">
                <a:solidFill>
                  <a:schemeClr val="accent3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8492822" y="4471946"/>
            <a:ext cx="365400" cy="36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Agenda slide - v1 ">
  <p:cSld name="CUSTOM_16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4368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480775" y="2045725"/>
            <a:ext cx="4914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2" name="Google Shape;352;p29"/>
          <p:cNvSpPr txBox="1">
            <a:spLocks noGrp="1"/>
          </p:cNvSpPr>
          <p:nvPr>
            <p:ph type="subTitle" idx="1"/>
          </p:nvPr>
        </p:nvSpPr>
        <p:spPr>
          <a:xfrm>
            <a:off x="10960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body" idx="2"/>
          </p:nvPr>
        </p:nvSpPr>
        <p:spPr>
          <a:xfrm>
            <a:off x="10960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29"/>
          <p:cNvSpPr/>
          <p:nvPr/>
        </p:nvSpPr>
        <p:spPr>
          <a:xfrm>
            <a:off x="33197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33198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56" name="Google Shape;356;p29"/>
          <p:cNvSpPr txBox="1">
            <a:spLocks noGrp="1"/>
          </p:cNvSpPr>
          <p:nvPr>
            <p:ph type="subTitle" idx="3"/>
          </p:nvPr>
        </p:nvSpPr>
        <p:spPr>
          <a:xfrm>
            <a:off x="39789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57" name="Google Shape;357;p29"/>
          <p:cNvSpPr txBox="1">
            <a:spLocks noGrp="1"/>
          </p:cNvSpPr>
          <p:nvPr>
            <p:ph type="body" idx="4"/>
          </p:nvPr>
        </p:nvSpPr>
        <p:spPr>
          <a:xfrm>
            <a:off x="39789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6202613" y="1908025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6202475" y="204572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0" name="Google Shape;360;p29"/>
          <p:cNvSpPr txBox="1">
            <a:spLocks noGrp="1"/>
          </p:cNvSpPr>
          <p:nvPr>
            <p:ph type="subTitle" idx="5"/>
          </p:nvPr>
        </p:nvSpPr>
        <p:spPr>
          <a:xfrm>
            <a:off x="6861888" y="19080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61" name="Google Shape;361;p29"/>
          <p:cNvSpPr txBox="1">
            <a:spLocks noGrp="1"/>
          </p:cNvSpPr>
          <p:nvPr>
            <p:ph type="body" idx="6"/>
          </p:nvPr>
        </p:nvSpPr>
        <p:spPr>
          <a:xfrm>
            <a:off x="6861888" y="24863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62" name="Google Shape;362;p29"/>
          <p:cNvSpPr txBox="1">
            <a:spLocks noGrp="1"/>
          </p:cNvSpPr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9"/>
          <p:cNvSpPr/>
          <p:nvPr/>
        </p:nvSpPr>
        <p:spPr>
          <a:xfrm>
            <a:off x="2" y="4213208"/>
            <a:ext cx="934800" cy="93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7881374" y="-1153"/>
            <a:ext cx="1280400" cy="127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Agenda slide - v2">
  <p:cSld name="CUSTOM_17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"/>
          <p:cNvSpPr/>
          <p:nvPr/>
        </p:nvSpPr>
        <p:spPr>
          <a:xfrm>
            <a:off x="1362113" y="17623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136227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68" name="Google Shape;368;p30"/>
          <p:cNvSpPr txBox="1">
            <a:spLocks noGrp="1"/>
          </p:cNvSpPr>
          <p:nvPr>
            <p:ph type="subTitle" idx="1"/>
          </p:nvPr>
        </p:nvSpPr>
        <p:spPr>
          <a:xfrm>
            <a:off x="72026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69" name="Google Shape;369;p30"/>
          <p:cNvSpPr txBox="1">
            <a:spLocks noGrp="1"/>
          </p:cNvSpPr>
          <p:nvPr>
            <p:ph type="body" idx="2"/>
          </p:nvPr>
        </p:nvSpPr>
        <p:spPr>
          <a:xfrm>
            <a:off x="72026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4018238" y="1761750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4018400" y="1899463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2" name="Google Shape;372;p30"/>
          <p:cNvSpPr txBox="1">
            <a:spLocks noGrp="1"/>
          </p:cNvSpPr>
          <p:nvPr>
            <p:ph type="subTitle" idx="3"/>
          </p:nvPr>
        </p:nvSpPr>
        <p:spPr>
          <a:xfrm>
            <a:off x="3376388" y="2351425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73" name="Google Shape;373;p30"/>
          <p:cNvSpPr txBox="1">
            <a:spLocks noGrp="1"/>
          </p:cNvSpPr>
          <p:nvPr>
            <p:ph type="body" idx="4"/>
          </p:nvPr>
        </p:nvSpPr>
        <p:spPr>
          <a:xfrm>
            <a:off x="3376388" y="2929775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30"/>
          <p:cNvSpPr/>
          <p:nvPr/>
        </p:nvSpPr>
        <p:spPr>
          <a:xfrm>
            <a:off x="6674363" y="1762338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6674525" y="19000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76" name="Google Shape;376;p30"/>
          <p:cNvSpPr txBox="1">
            <a:spLocks noGrp="1"/>
          </p:cNvSpPr>
          <p:nvPr>
            <p:ph type="subTitle" idx="5"/>
          </p:nvPr>
        </p:nvSpPr>
        <p:spPr>
          <a:xfrm>
            <a:off x="6032513" y="2352013"/>
            <a:ext cx="1863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77" name="Google Shape;377;p30"/>
          <p:cNvSpPr txBox="1">
            <a:spLocks noGrp="1"/>
          </p:cNvSpPr>
          <p:nvPr>
            <p:ph type="body" idx="6"/>
          </p:nvPr>
        </p:nvSpPr>
        <p:spPr>
          <a:xfrm>
            <a:off x="6032513" y="2930363"/>
            <a:ext cx="1863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30"/>
          <p:cNvSpPr txBox="1">
            <a:spLocks noGrp="1"/>
          </p:cNvSpPr>
          <p:nvPr>
            <p:ph type="title"/>
          </p:nvPr>
        </p:nvSpPr>
        <p:spPr>
          <a:xfrm>
            <a:off x="427950" y="813900"/>
            <a:ext cx="82881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0" y="-1150"/>
            <a:ext cx="1088700" cy="108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1088700" y="1082150"/>
            <a:ext cx="261000" cy="25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Agenda slide - v3 ">
  <p:cSld name="CUSTOM_18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/>
          <p:nvPr/>
        </p:nvSpPr>
        <p:spPr>
          <a:xfrm>
            <a:off x="4609713" y="4859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4609875" y="6237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4" name="Google Shape;384;p31"/>
          <p:cNvSpPr txBox="1">
            <a:spLocks noGrp="1"/>
          </p:cNvSpPr>
          <p:nvPr>
            <p:ph type="subTitle" idx="1"/>
          </p:nvPr>
        </p:nvSpPr>
        <p:spPr>
          <a:xfrm>
            <a:off x="5332475" y="48600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85" name="Google Shape;385;p31"/>
          <p:cNvSpPr txBox="1">
            <a:spLocks noGrp="1"/>
          </p:cNvSpPr>
          <p:nvPr>
            <p:ph type="body" idx="2"/>
          </p:nvPr>
        </p:nvSpPr>
        <p:spPr>
          <a:xfrm>
            <a:off x="5332475" y="106435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4610013" y="1885063"/>
            <a:ext cx="535200" cy="5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4610175" y="2022775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88" name="Google Shape;388;p31"/>
          <p:cNvSpPr txBox="1">
            <a:spLocks noGrp="1"/>
          </p:cNvSpPr>
          <p:nvPr>
            <p:ph type="subTitle" idx="3"/>
          </p:nvPr>
        </p:nvSpPr>
        <p:spPr>
          <a:xfrm>
            <a:off x="5332775" y="1885075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body" idx="4"/>
          </p:nvPr>
        </p:nvSpPr>
        <p:spPr>
          <a:xfrm>
            <a:off x="5332775" y="2463425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4609863" y="3414038"/>
            <a:ext cx="535200" cy="53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4610025" y="35517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5"/>
          </p:nvPr>
        </p:nvSpPr>
        <p:spPr>
          <a:xfrm>
            <a:off x="5332625" y="3414050"/>
            <a:ext cx="34395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body" idx="6"/>
          </p:nvPr>
        </p:nvSpPr>
        <p:spPr>
          <a:xfrm>
            <a:off x="5332625" y="3992400"/>
            <a:ext cx="34395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title"/>
          </p:nvPr>
        </p:nvSpPr>
        <p:spPr>
          <a:xfrm>
            <a:off x="391650" y="483600"/>
            <a:ext cx="35001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0" y="3571200"/>
            <a:ext cx="1580700" cy="157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1580700" y="3158700"/>
            <a:ext cx="414600" cy="412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Agenda slide - v1">
  <p:cSld name="CUSTOM_19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/>
          <p:nvPr/>
        </p:nvSpPr>
        <p:spPr>
          <a:xfrm>
            <a:off x="3937000" y="1397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3937000" y="13898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3937000" y="263985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937000" y="3889900"/>
            <a:ext cx="4862100" cy="111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210588" y="4284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3" name="Google Shape;403;p32"/>
          <p:cNvSpPr txBox="1"/>
          <p:nvPr/>
        </p:nvSpPr>
        <p:spPr>
          <a:xfrm>
            <a:off x="4210750" y="5662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4" name="Google Shape;404;p32"/>
          <p:cNvSpPr txBox="1">
            <a:spLocks noGrp="1"/>
          </p:cNvSpPr>
          <p:nvPr>
            <p:ph type="subTitle" idx="1"/>
          </p:nvPr>
        </p:nvSpPr>
        <p:spPr>
          <a:xfrm>
            <a:off x="4869825" y="2663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05" name="Google Shape;405;p32"/>
          <p:cNvSpPr txBox="1">
            <a:spLocks noGrp="1"/>
          </p:cNvSpPr>
          <p:nvPr>
            <p:ph type="body" idx="2"/>
          </p:nvPr>
        </p:nvSpPr>
        <p:spPr>
          <a:xfrm>
            <a:off x="4869825" y="6359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2"/>
          <p:cNvSpPr/>
          <p:nvPr/>
        </p:nvSpPr>
        <p:spPr>
          <a:xfrm>
            <a:off x="4150825" y="16785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4150988" y="18162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08" name="Google Shape;408;p32"/>
          <p:cNvSpPr txBox="1">
            <a:spLocks noGrp="1"/>
          </p:cNvSpPr>
          <p:nvPr>
            <p:ph type="subTitle" idx="3"/>
          </p:nvPr>
        </p:nvSpPr>
        <p:spPr>
          <a:xfrm>
            <a:off x="4810063" y="15164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09" name="Google Shape;409;p32"/>
          <p:cNvSpPr txBox="1">
            <a:spLocks noGrp="1"/>
          </p:cNvSpPr>
          <p:nvPr>
            <p:ph type="body" idx="4"/>
          </p:nvPr>
        </p:nvSpPr>
        <p:spPr>
          <a:xfrm>
            <a:off x="4810063" y="18860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32"/>
          <p:cNvSpPr/>
          <p:nvPr/>
        </p:nvSpPr>
        <p:spPr>
          <a:xfrm>
            <a:off x="4150825" y="292858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1" name="Google Shape;411;p32"/>
          <p:cNvSpPr txBox="1"/>
          <p:nvPr/>
        </p:nvSpPr>
        <p:spPr>
          <a:xfrm>
            <a:off x="4150988" y="306630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2" name="Google Shape;412;p32"/>
          <p:cNvSpPr txBox="1">
            <a:spLocks noGrp="1"/>
          </p:cNvSpPr>
          <p:nvPr>
            <p:ph type="subTitle" idx="5"/>
          </p:nvPr>
        </p:nvSpPr>
        <p:spPr>
          <a:xfrm>
            <a:off x="4810063" y="276645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13" name="Google Shape;413;p32"/>
          <p:cNvSpPr txBox="1">
            <a:spLocks noGrp="1"/>
          </p:cNvSpPr>
          <p:nvPr>
            <p:ph type="body" idx="6"/>
          </p:nvPr>
        </p:nvSpPr>
        <p:spPr>
          <a:xfrm>
            <a:off x="4810063" y="313605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32"/>
          <p:cNvSpPr/>
          <p:nvPr/>
        </p:nvSpPr>
        <p:spPr>
          <a:xfrm>
            <a:off x="4150825" y="4178638"/>
            <a:ext cx="535200" cy="5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15" name="Google Shape;415;p32"/>
          <p:cNvSpPr txBox="1"/>
          <p:nvPr/>
        </p:nvSpPr>
        <p:spPr>
          <a:xfrm>
            <a:off x="4150988" y="4316350"/>
            <a:ext cx="535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8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16" name="Google Shape;416;p32"/>
          <p:cNvSpPr txBox="1">
            <a:spLocks noGrp="1"/>
          </p:cNvSpPr>
          <p:nvPr>
            <p:ph type="subTitle" idx="7"/>
          </p:nvPr>
        </p:nvSpPr>
        <p:spPr>
          <a:xfrm>
            <a:off x="4810063" y="4016500"/>
            <a:ext cx="37752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17" name="Google Shape;417;p32"/>
          <p:cNvSpPr txBox="1">
            <a:spLocks noGrp="1"/>
          </p:cNvSpPr>
          <p:nvPr>
            <p:ph type="body" idx="8"/>
          </p:nvPr>
        </p:nvSpPr>
        <p:spPr>
          <a:xfrm>
            <a:off x="4810063" y="4386100"/>
            <a:ext cx="37752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18" name="Google Shape;418;p32"/>
          <p:cNvSpPr txBox="1">
            <a:spLocks noGrp="1"/>
          </p:cNvSpPr>
          <p:nvPr>
            <p:ph type="title"/>
          </p:nvPr>
        </p:nvSpPr>
        <p:spPr>
          <a:xfrm>
            <a:off x="464225" y="2301750"/>
            <a:ext cx="301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32"/>
          <p:cNvSpPr/>
          <p:nvPr/>
        </p:nvSpPr>
        <p:spPr>
          <a:xfrm rot="10800000" flipH="1">
            <a:off x="0" y="-4"/>
            <a:ext cx="1041900" cy="103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2"/>
          <p:cNvSpPr/>
          <p:nvPr/>
        </p:nvSpPr>
        <p:spPr>
          <a:xfrm rot="10800000" flipH="1">
            <a:off x="1042036" y="1036625"/>
            <a:ext cx="273300" cy="27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Agenda slide - v2 ">
  <p:cSld name="CUSTOM_20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/>
          <p:nvPr/>
        </p:nvSpPr>
        <p:spPr>
          <a:xfrm>
            <a:off x="353775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2516757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4679738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6842720" y="2105713"/>
            <a:ext cx="1965600" cy="9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3"/>
          <p:cNvSpPr txBox="1">
            <a:spLocks noGrp="1"/>
          </p:cNvSpPr>
          <p:nvPr>
            <p:ph type="subTitle" idx="1"/>
          </p:nvPr>
        </p:nvSpPr>
        <p:spPr>
          <a:xfrm>
            <a:off x="353775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27" name="Google Shape;427;p33"/>
          <p:cNvSpPr txBox="1">
            <a:spLocks noGrp="1"/>
          </p:cNvSpPr>
          <p:nvPr>
            <p:ph type="body" idx="2"/>
          </p:nvPr>
        </p:nvSpPr>
        <p:spPr>
          <a:xfrm>
            <a:off x="353775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8" name="Google Shape;428;p33"/>
          <p:cNvSpPr/>
          <p:nvPr/>
        </p:nvSpPr>
        <p:spPr>
          <a:xfrm>
            <a:off x="353776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9" name="Google Shape;429;p33"/>
          <p:cNvSpPr txBox="1"/>
          <p:nvPr/>
        </p:nvSpPr>
        <p:spPr>
          <a:xfrm>
            <a:off x="353919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0" name="Google Shape;430;p33"/>
          <p:cNvSpPr txBox="1">
            <a:spLocks noGrp="1"/>
          </p:cNvSpPr>
          <p:nvPr>
            <p:ph type="subTitle" idx="3"/>
          </p:nvPr>
        </p:nvSpPr>
        <p:spPr>
          <a:xfrm>
            <a:off x="2516763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31" name="Google Shape;431;p33"/>
          <p:cNvSpPr txBox="1">
            <a:spLocks noGrp="1"/>
          </p:cNvSpPr>
          <p:nvPr>
            <p:ph type="body" idx="4"/>
          </p:nvPr>
        </p:nvSpPr>
        <p:spPr>
          <a:xfrm>
            <a:off x="2516763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2" name="Google Shape;432;p33"/>
          <p:cNvSpPr/>
          <p:nvPr/>
        </p:nvSpPr>
        <p:spPr>
          <a:xfrm>
            <a:off x="2516764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3" name="Google Shape;433;p33"/>
          <p:cNvSpPr txBox="1"/>
          <p:nvPr/>
        </p:nvSpPr>
        <p:spPr>
          <a:xfrm>
            <a:off x="2516906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4" name="Google Shape;434;p33"/>
          <p:cNvSpPr txBox="1">
            <a:spLocks noGrp="1"/>
          </p:cNvSpPr>
          <p:nvPr>
            <p:ph type="subTitle" idx="5"/>
          </p:nvPr>
        </p:nvSpPr>
        <p:spPr>
          <a:xfrm>
            <a:off x="4679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35" name="Google Shape;435;p33"/>
          <p:cNvSpPr txBox="1">
            <a:spLocks noGrp="1"/>
          </p:cNvSpPr>
          <p:nvPr>
            <p:ph type="body" idx="6"/>
          </p:nvPr>
        </p:nvSpPr>
        <p:spPr>
          <a:xfrm>
            <a:off x="4679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6" name="Google Shape;436;p33"/>
          <p:cNvSpPr/>
          <p:nvPr/>
        </p:nvSpPr>
        <p:spPr>
          <a:xfrm>
            <a:off x="4679751" y="1451039"/>
            <a:ext cx="468900" cy="4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7" name="Google Shape;437;p33"/>
          <p:cNvSpPr txBox="1"/>
          <p:nvPr/>
        </p:nvSpPr>
        <p:spPr>
          <a:xfrm>
            <a:off x="4679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38" name="Google Shape;438;p33"/>
          <p:cNvSpPr txBox="1">
            <a:spLocks noGrp="1"/>
          </p:cNvSpPr>
          <p:nvPr>
            <p:ph type="subTitle" idx="7"/>
          </p:nvPr>
        </p:nvSpPr>
        <p:spPr>
          <a:xfrm>
            <a:off x="6842750" y="2381488"/>
            <a:ext cx="196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39" name="Google Shape;439;p33"/>
          <p:cNvSpPr txBox="1">
            <a:spLocks noGrp="1"/>
          </p:cNvSpPr>
          <p:nvPr>
            <p:ph type="body" idx="8"/>
          </p:nvPr>
        </p:nvSpPr>
        <p:spPr>
          <a:xfrm>
            <a:off x="6842750" y="2995005"/>
            <a:ext cx="1965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/>
          <p:nvPr/>
        </p:nvSpPr>
        <p:spPr>
          <a:xfrm>
            <a:off x="6842751" y="1451039"/>
            <a:ext cx="468900" cy="468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6842894" y="1571721"/>
            <a:ext cx="468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33"/>
          <p:cNvSpPr/>
          <p:nvPr/>
        </p:nvSpPr>
        <p:spPr>
          <a:xfrm rot="10800000">
            <a:off x="7576100" y="1775"/>
            <a:ext cx="1323900" cy="126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3"/>
          <p:cNvSpPr/>
          <p:nvPr/>
        </p:nvSpPr>
        <p:spPr>
          <a:xfrm rot="10800000">
            <a:off x="8900000" y="1266000"/>
            <a:ext cx="258900" cy="2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3"/>
          <p:cNvSpPr/>
          <p:nvPr/>
        </p:nvSpPr>
        <p:spPr>
          <a:xfrm rot="10800000">
            <a:off x="539700" y="4434725"/>
            <a:ext cx="747300" cy="71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Agenda slide - v3">
  <p:cSld name="CUSTOM_2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7" name="Google Shape;447;p34"/>
          <p:cNvCxnSpPr/>
          <p:nvPr/>
        </p:nvCxnSpPr>
        <p:spPr>
          <a:xfrm>
            <a:off x="0" y="1714250"/>
            <a:ext cx="9308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8" name="Google Shape;448;p34"/>
          <p:cNvSpPr/>
          <p:nvPr/>
        </p:nvSpPr>
        <p:spPr>
          <a:xfrm>
            <a:off x="352789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2660514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4953464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7199989" y="1363824"/>
            <a:ext cx="712200" cy="712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352800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2653138" y="1363825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4" name="Google Shape;454;p34"/>
          <p:cNvSpPr txBox="1"/>
          <p:nvPr/>
        </p:nvSpPr>
        <p:spPr>
          <a:xfrm>
            <a:off x="496823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7199988" y="1358150"/>
            <a:ext cx="7122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22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456" name="Google Shape;456;p34"/>
          <p:cNvSpPr txBox="1">
            <a:spLocks noGrp="1"/>
          </p:cNvSpPr>
          <p:nvPr>
            <p:ph type="subTitle" idx="1"/>
          </p:nvPr>
        </p:nvSpPr>
        <p:spPr>
          <a:xfrm>
            <a:off x="352800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57" name="Google Shape;457;p34"/>
          <p:cNvSpPr txBox="1">
            <a:spLocks noGrp="1"/>
          </p:cNvSpPr>
          <p:nvPr>
            <p:ph type="body" idx="2"/>
          </p:nvPr>
        </p:nvSpPr>
        <p:spPr>
          <a:xfrm>
            <a:off x="352800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8" name="Google Shape;458;p34"/>
          <p:cNvSpPr txBox="1">
            <a:spLocks noGrp="1"/>
          </p:cNvSpPr>
          <p:nvPr>
            <p:ph type="subTitle" idx="3"/>
          </p:nvPr>
        </p:nvSpPr>
        <p:spPr>
          <a:xfrm>
            <a:off x="2660519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59" name="Google Shape;459;p34"/>
          <p:cNvSpPr txBox="1">
            <a:spLocks noGrp="1"/>
          </p:cNvSpPr>
          <p:nvPr>
            <p:ph type="body" idx="4"/>
          </p:nvPr>
        </p:nvSpPr>
        <p:spPr>
          <a:xfrm>
            <a:off x="2660519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0" name="Google Shape;460;p34"/>
          <p:cNvSpPr txBox="1">
            <a:spLocks noGrp="1"/>
          </p:cNvSpPr>
          <p:nvPr>
            <p:ph type="subTitle" idx="5"/>
          </p:nvPr>
        </p:nvSpPr>
        <p:spPr>
          <a:xfrm>
            <a:off x="4953475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61" name="Google Shape;461;p34"/>
          <p:cNvSpPr txBox="1">
            <a:spLocks noGrp="1"/>
          </p:cNvSpPr>
          <p:nvPr>
            <p:ph type="body" idx="6"/>
          </p:nvPr>
        </p:nvSpPr>
        <p:spPr>
          <a:xfrm>
            <a:off x="4953475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2" name="Google Shape;462;p34"/>
          <p:cNvSpPr txBox="1">
            <a:spLocks noGrp="1"/>
          </p:cNvSpPr>
          <p:nvPr>
            <p:ph type="subTitle" idx="7"/>
          </p:nvPr>
        </p:nvSpPr>
        <p:spPr>
          <a:xfrm>
            <a:off x="7200007" y="2272625"/>
            <a:ext cx="18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63" name="Google Shape;463;p34"/>
          <p:cNvSpPr txBox="1">
            <a:spLocks noGrp="1"/>
          </p:cNvSpPr>
          <p:nvPr>
            <p:ph type="body" idx="8"/>
          </p:nvPr>
        </p:nvSpPr>
        <p:spPr>
          <a:xfrm>
            <a:off x="7200007" y="2886136"/>
            <a:ext cx="18576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353925" y="49410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34"/>
          <p:cNvSpPr/>
          <p:nvPr/>
        </p:nvSpPr>
        <p:spPr>
          <a:xfrm rot="10800000">
            <a:off x="6" y="3982616"/>
            <a:ext cx="1052700" cy="10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4"/>
          <p:cNvSpPr/>
          <p:nvPr/>
        </p:nvSpPr>
        <p:spPr>
          <a:xfrm rot="10800000">
            <a:off x="1052747" y="4987675"/>
            <a:ext cx="205800" cy="19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4"/>
          <p:cNvSpPr/>
          <p:nvPr/>
        </p:nvSpPr>
        <p:spPr>
          <a:xfrm rot="10800000">
            <a:off x="8091306" y="-9"/>
            <a:ext cx="1052700" cy="100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Agenda slide - v1">
  <p:cSld name="CUSTOM_22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"/>
          <p:cNvSpPr/>
          <p:nvPr/>
        </p:nvSpPr>
        <p:spPr>
          <a:xfrm>
            <a:off x="356312" y="1355968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5"/>
          <p:cNvSpPr/>
          <p:nvPr/>
        </p:nvSpPr>
        <p:spPr>
          <a:xfrm rot="10800000">
            <a:off x="356582" y="1355848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429818" y="1430161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35"/>
          <p:cNvSpPr txBox="1">
            <a:spLocks noGrp="1"/>
          </p:cNvSpPr>
          <p:nvPr>
            <p:ph type="subTitle" idx="1"/>
          </p:nvPr>
        </p:nvSpPr>
        <p:spPr>
          <a:xfrm>
            <a:off x="461118" y="2287725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73" name="Google Shape;473;p35"/>
          <p:cNvSpPr txBox="1">
            <a:spLocks noGrp="1"/>
          </p:cNvSpPr>
          <p:nvPr>
            <p:ph type="body" idx="2"/>
          </p:nvPr>
        </p:nvSpPr>
        <p:spPr>
          <a:xfrm>
            <a:off x="461118" y="3005901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4" name="Google Shape;474;p35"/>
          <p:cNvSpPr/>
          <p:nvPr/>
        </p:nvSpPr>
        <p:spPr>
          <a:xfrm>
            <a:off x="2064833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5"/>
          <p:cNvSpPr/>
          <p:nvPr/>
        </p:nvSpPr>
        <p:spPr>
          <a:xfrm rot="10800000">
            <a:off x="2065103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2138339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35"/>
          <p:cNvSpPr txBox="1">
            <a:spLocks noGrp="1"/>
          </p:cNvSpPr>
          <p:nvPr>
            <p:ph type="subTitle" idx="3"/>
          </p:nvPr>
        </p:nvSpPr>
        <p:spPr>
          <a:xfrm>
            <a:off x="2170519" y="2287739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body" idx="4"/>
          </p:nvPr>
        </p:nvSpPr>
        <p:spPr>
          <a:xfrm>
            <a:off x="2170519" y="3005879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35"/>
          <p:cNvSpPr/>
          <p:nvPr/>
        </p:nvSpPr>
        <p:spPr>
          <a:xfrm>
            <a:off x="3773329" y="1355980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5"/>
          <p:cNvSpPr/>
          <p:nvPr/>
        </p:nvSpPr>
        <p:spPr>
          <a:xfrm rot="10800000">
            <a:off x="3773599" y="1355861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3846834" y="1430173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5"/>
          <p:cNvSpPr txBox="1">
            <a:spLocks noGrp="1"/>
          </p:cNvSpPr>
          <p:nvPr>
            <p:ph type="subTitle" idx="5"/>
          </p:nvPr>
        </p:nvSpPr>
        <p:spPr>
          <a:xfrm>
            <a:off x="3879029" y="2287736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83" name="Google Shape;483;p35"/>
          <p:cNvSpPr txBox="1">
            <a:spLocks noGrp="1"/>
          </p:cNvSpPr>
          <p:nvPr>
            <p:ph type="body" idx="6"/>
          </p:nvPr>
        </p:nvSpPr>
        <p:spPr>
          <a:xfrm>
            <a:off x="3879029" y="3005876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35"/>
          <p:cNvSpPr/>
          <p:nvPr/>
        </p:nvSpPr>
        <p:spPr>
          <a:xfrm>
            <a:off x="5481850" y="135599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5"/>
          <p:cNvSpPr/>
          <p:nvPr/>
        </p:nvSpPr>
        <p:spPr>
          <a:xfrm rot="10800000">
            <a:off x="5482120" y="135587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"/>
          <p:cNvSpPr txBox="1"/>
          <p:nvPr/>
        </p:nvSpPr>
        <p:spPr>
          <a:xfrm>
            <a:off x="5555355" y="143018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35"/>
          <p:cNvSpPr txBox="1">
            <a:spLocks noGrp="1"/>
          </p:cNvSpPr>
          <p:nvPr>
            <p:ph type="subTitle" idx="7"/>
          </p:nvPr>
        </p:nvSpPr>
        <p:spPr>
          <a:xfrm>
            <a:off x="5588430" y="228715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88" name="Google Shape;488;p35"/>
          <p:cNvSpPr txBox="1">
            <a:spLocks noGrp="1"/>
          </p:cNvSpPr>
          <p:nvPr>
            <p:ph type="body" idx="8"/>
          </p:nvPr>
        </p:nvSpPr>
        <p:spPr>
          <a:xfrm>
            <a:off x="5588430" y="3005294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35"/>
          <p:cNvSpPr/>
          <p:nvPr/>
        </p:nvSpPr>
        <p:spPr>
          <a:xfrm>
            <a:off x="7190345" y="1356273"/>
            <a:ext cx="1579200" cy="293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5"/>
          <p:cNvSpPr/>
          <p:nvPr/>
        </p:nvSpPr>
        <p:spPr>
          <a:xfrm rot="10800000">
            <a:off x="7190615" y="1356154"/>
            <a:ext cx="524100" cy="6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5"/>
          <p:cNvSpPr txBox="1"/>
          <p:nvPr/>
        </p:nvSpPr>
        <p:spPr>
          <a:xfrm>
            <a:off x="7263851" y="1430466"/>
            <a:ext cx="375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05</a:t>
            </a:r>
            <a:endParaRPr sz="1100" b="1" i="0" u="none" strike="noStrike" cap="non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35"/>
          <p:cNvSpPr txBox="1">
            <a:spLocks noGrp="1"/>
          </p:cNvSpPr>
          <p:nvPr>
            <p:ph type="subTitle" idx="9"/>
          </p:nvPr>
        </p:nvSpPr>
        <p:spPr>
          <a:xfrm>
            <a:off x="7296024" y="2287444"/>
            <a:ext cx="13680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SemiBold"/>
              <a:buNone/>
              <a:defRPr sz="14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493" name="Google Shape;493;p35"/>
          <p:cNvSpPr txBox="1">
            <a:spLocks noGrp="1"/>
          </p:cNvSpPr>
          <p:nvPr>
            <p:ph type="body" idx="13"/>
          </p:nvPr>
        </p:nvSpPr>
        <p:spPr>
          <a:xfrm>
            <a:off x="7296024" y="3005572"/>
            <a:ext cx="1368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35"/>
          <p:cNvSpPr txBox="1">
            <a:spLocks noGrp="1"/>
          </p:cNvSpPr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35"/>
          <p:cNvSpPr/>
          <p:nvPr/>
        </p:nvSpPr>
        <p:spPr>
          <a:xfrm>
            <a:off x="0" y="239138"/>
            <a:ext cx="1128000" cy="112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5"/>
          <p:cNvSpPr/>
          <p:nvPr/>
        </p:nvSpPr>
        <p:spPr>
          <a:xfrm rot="10800000">
            <a:off x="1128300" y="38"/>
            <a:ext cx="239700" cy="23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Agenda slide - v2">
  <p:cSld name="CUSTOM_23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/>
          <p:nvPr/>
        </p:nvSpPr>
        <p:spPr>
          <a:xfrm>
            <a:off x="1038562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1038725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00" name="Google Shape;500;p36"/>
          <p:cNvSpPr txBox="1">
            <a:spLocks noGrp="1"/>
          </p:cNvSpPr>
          <p:nvPr>
            <p:ph type="subTitle" idx="1"/>
          </p:nvPr>
        </p:nvSpPr>
        <p:spPr>
          <a:xfrm>
            <a:off x="58280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1" name="Google Shape;501;p36"/>
          <p:cNvSpPr txBox="1">
            <a:spLocks noGrp="1"/>
          </p:cNvSpPr>
          <p:nvPr>
            <p:ph type="body" idx="2"/>
          </p:nvPr>
        </p:nvSpPr>
        <p:spPr>
          <a:xfrm>
            <a:off x="58280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2" name="Google Shape;502;p36"/>
          <p:cNvSpPr txBox="1">
            <a:spLocks noGrp="1"/>
          </p:cNvSpPr>
          <p:nvPr>
            <p:ph type="subTitle" idx="3"/>
          </p:nvPr>
        </p:nvSpPr>
        <p:spPr>
          <a:xfrm>
            <a:off x="221972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3" name="Google Shape;503;p36"/>
          <p:cNvSpPr txBox="1">
            <a:spLocks noGrp="1"/>
          </p:cNvSpPr>
          <p:nvPr>
            <p:ph type="body" idx="4"/>
          </p:nvPr>
        </p:nvSpPr>
        <p:spPr>
          <a:xfrm>
            <a:off x="221972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4" name="Google Shape;504;p36"/>
          <p:cNvSpPr txBox="1">
            <a:spLocks noGrp="1"/>
          </p:cNvSpPr>
          <p:nvPr>
            <p:ph type="subTitle" idx="5"/>
          </p:nvPr>
        </p:nvSpPr>
        <p:spPr>
          <a:xfrm>
            <a:off x="3856650" y="200946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5" name="Google Shape;505;p36"/>
          <p:cNvSpPr txBox="1">
            <a:spLocks noGrp="1"/>
          </p:cNvSpPr>
          <p:nvPr>
            <p:ph type="body" idx="6"/>
          </p:nvPr>
        </p:nvSpPr>
        <p:spPr>
          <a:xfrm>
            <a:off x="3856650" y="254616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6" name="Google Shape;506;p36"/>
          <p:cNvSpPr txBox="1">
            <a:spLocks noGrp="1"/>
          </p:cNvSpPr>
          <p:nvPr>
            <p:ph type="subTitle" idx="7"/>
          </p:nvPr>
        </p:nvSpPr>
        <p:spPr>
          <a:xfrm>
            <a:off x="5493575" y="2862413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7" name="Google Shape;507;p36"/>
          <p:cNvSpPr txBox="1">
            <a:spLocks noGrp="1"/>
          </p:cNvSpPr>
          <p:nvPr>
            <p:ph type="body" idx="8"/>
          </p:nvPr>
        </p:nvSpPr>
        <p:spPr>
          <a:xfrm>
            <a:off x="5493575" y="3399113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08" name="Google Shape;508;p36"/>
          <p:cNvSpPr txBox="1">
            <a:spLocks noGrp="1"/>
          </p:cNvSpPr>
          <p:nvPr>
            <p:ph type="subTitle" idx="9"/>
          </p:nvPr>
        </p:nvSpPr>
        <p:spPr>
          <a:xfrm>
            <a:off x="7130500" y="2010038"/>
            <a:ext cx="1448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09" name="Google Shape;509;p36"/>
          <p:cNvSpPr txBox="1">
            <a:spLocks noGrp="1"/>
          </p:cNvSpPr>
          <p:nvPr>
            <p:ph type="body" idx="13"/>
          </p:nvPr>
        </p:nvSpPr>
        <p:spPr>
          <a:xfrm>
            <a:off x="7130500" y="2546738"/>
            <a:ext cx="14484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10" name="Google Shape;510;p36"/>
          <p:cNvSpPr/>
          <p:nvPr/>
        </p:nvSpPr>
        <p:spPr>
          <a:xfrm>
            <a:off x="2675500" y="230282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2675663" y="244096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4312425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3" name="Google Shape;513;p36"/>
          <p:cNvSpPr txBox="1"/>
          <p:nvPr/>
        </p:nvSpPr>
        <p:spPr>
          <a:xfrm>
            <a:off x="4312588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5949350" y="2303401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5" name="Google Shape;515;p36"/>
          <p:cNvSpPr txBox="1"/>
          <p:nvPr/>
        </p:nvSpPr>
        <p:spPr>
          <a:xfrm>
            <a:off x="5949513" y="2441544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7586487" y="1419476"/>
            <a:ext cx="536700" cy="53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7586650" y="1557619"/>
            <a:ext cx="536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18" name="Google Shape;518;p36"/>
          <p:cNvSpPr txBox="1">
            <a:spLocks noGrp="1"/>
          </p:cNvSpPr>
          <p:nvPr>
            <p:ph type="title"/>
          </p:nvPr>
        </p:nvSpPr>
        <p:spPr>
          <a:xfrm>
            <a:off x="344850" y="702750"/>
            <a:ext cx="84543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8384400" y="1"/>
            <a:ext cx="777300" cy="77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0" y="3923424"/>
            <a:ext cx="1226100" cy="122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Agenda slide - v3">
  <p:cSld name="CUSTOM_24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2" name="Google Shape;522;p37"/>
          <p:cNvCxnSpPr/>
          <p:nvPr/>
        </p:nvCxnSpPr>
        <p:spPr>
          <a:xfrm>
            <a:off x="3256650" y="4500"/>
            <a:ext cx="0" cy="51345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3" name="Google Shape;523;p37"/>
          <p:cNvSpPr/>
          <p:nvPr/>
        </p:nvSpPr>
        <p:spPr>
          <a:xfrm>
            <a:off x="3031250" y="1939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4" name="Google Shape;524;p37"/>
          <p:cNvSpPr txBox="1"/>
          <p:nvPr/>
        </p:nvSpPr>
        <p:spPr>
          <a:xfrm>
            <a:off x="3031387" y="3103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01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5" name="Google Shape;525;p37"/>
          <p:cNvSpPr txBox="1">
            <a:spLocks noGrp="1"/>
          </p:cNvSpPr>
          <p:nvPr>
            <p:ph type="subTitle" idx="1"/>
          </p:nvPr>
        </p:nvSpPr>
        <p:spPr>
          <a:xfrm>
            <a:off x="3643200" y="1393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26" name="Google Shape;526;p37"/>
          <p:cNvSpPr txBox="1">
            <a:spLocks noGrp="1"/>
          </p:cNvSpPr>
          <p:nvPr>
            <p:ph type="body" idx="2"/>
          </p:nvPr>
        </p:nvSpPr>
        <p:spPr>
          <a:xfrm>
            <a:off x="3643200" y="4868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27" name="Google Shape;527;p37"/>
          <p:cNvSpPr/>
          <p:nvPr/>
        </p:nvSpPr>
        <p:spPr>
          <a:xfrm>
            <a:off x="3031375" y="11900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3031512" y="1306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02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29" name="Google Shape;529;p37"/>
          <p:cNvSpPr txBox="1">
            <a:spLocks noGrp="1"/>
          </p:cNvSpPr>
          <p:nvPr>
            <p:ph type="subTitle" idx="3"/>
          </p:nvPr>
        </p:nvSpPr>
        <p:spPr>
          <a:xfrm>
            <a:off x="3643325" y="11353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30" name="Google Shape;530;p37"/>
          <p:cNvSpPr txBox="1">
            <a:spLocks noGrp="1"/>
          </p:cNvSpPr>
          <p:nvPr>
            <p:ph type="body" idx="4"/>
          </p:nvPr>
        </p:nvSpPr>
        <p:spPr>
          <a:xfrm>
            <a:off x="3643325" y="14829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1" name="Google Shape;531;p37"/>
          <p:cNvSpPr/>
          <p:nvPr/>
        </p:nvSpPr>
        <p:spPr>
          <a:xfrm>
            <a:off x="3031250" y="21860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3031387" y="230240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03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3" name="Google Shape;533;p37"/>
          <p:cNvSpPr txBox="1">
            <a:spLocks noGrp="1"/>
          </p:cNvSpPr>
          <p:nvPr>
            <p:ph type="subTitle" idx="5"/>
          </p:nvPr>
        </p:nvSpPr>
        <p:spPr>
          <a:xfrm>
            <a:off x="3643200" y="21314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34" name="Google Shape;534;p37"/>
          <p:cNvSpPr txBox="1">
            <a:spLocks noGrp="1"/>
          </p:cNvSpPr>
          <p:nvPr>
            <p:ph type="body" idx="6"/>
          </p:nvPr>
        </p:nvSpPr>
        <p:spPr>
          <a:xfrm>
            <a:off x="3643200" y="24789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5" name="Google Shape;535;p37"/>
          <p:cNvSpPr/>
          <p:nvPr/>
        </p:nvSpPr>
        <p:spPr>
          <a:xfrm>
            <a:off x="3031500" y="318212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3031637" y="32984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04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37" name="Google Shape;537;p37"/>
          <p:cNvSpPr txBox="1">
            <a:spLocks noGrp="1"/>
          </p:cNvSpPr>
          <p:nvPr>
            <p:ph type="subTitle" idx="7"/>
          </p:nvPr>
        </p:nvSpPr>
        <p:spPr>
          <a:xfrm>
            <a:off x="3643450" y="312745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38" name="Google Shape;538;p37"/>
          <p:cNvSpPr txBox="1">
            <a:spLocks noGrp="1"/>
          </p:cNvSpPr>
          <p:nvPr>
            <p:ph type="body" idx="8"/>
          </p:nvPr>
        </p:nvSpPr>
        <p:spPr>
          <a:xfrm>
            <a:off x="3643450" y="347503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9" name="Google Shape;539;p37"/>
          <p:cNvSpPr/>
          <p:nvPr/>
        </p:nvSpPr>
        <p:spPr>
          <a:xfrm>
            <a:off x="3031250" y="4178175"/>
            <a:ext cx="452100" cy="4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0" name="Google Shape;540;p37"/>
          <p:cNvSpPr txBox="1"/>
          <p:nvPr/>
        </p:nvSpPr>
        <p:spPr>
          <a:xfrm>
            <a:off x="3030612" y="4294357"/>
            <a:ext cx="452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 05</a:t>
            </a:r>
            <a:endParaRPr sz="1400" b="0" i="0" u="none" strike="noStrike" cap="none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41" name="Google Shape;541;p37"/>
          <p:cNvSpPr txBox="1">
            <a:spLocks noGrp="1"/>
          </p:cNvSpPr>
          <p:nvPr>
            <p:ph type="subTitle" idx="9"/>
          </p:nvPr>
        </p:nvSpPr>
        <p:spPr>
          <a:xfrm>
            <a:off x="3643200" y="4123500"/>
            <a:ext cx="51651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 sz="14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542" name="Google Shape;542;p37"/>
          <p:cNvSpPr txBox="1">
            <a:spLocks noGrp="1"/>
          </p:cNvSpPr>
          <p:nvPr>
            <p:ph type="body" idx="13"/>
          </p:nvPr>
        </p:nvSpPr>
        <p:spPr>
          <a:xfrm>
            <a:off x="3643200" y="4471082"/>
            <a:ext cx="516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3" name="Google Shape;543;p37"/>
          <p:cNvSpPr txBox="1">
            <a:spLocks noGrp="1"/>
          </p:cNvSpPr>
          <p:nvPr>
            <p:ph type="title"/>
          </p:nvPr>
        </p:nvSpPr>
        <p:spPr>
          <a:xfrm>
            <a:off x="344850" y="1878425"/>
            <a:ext cx="23313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/>
          <p:nvPr/>
        </p:nvSpPr>
        <p:spPr>
          <a:xfrm>
            <a:off x="0" y="4008099"/>
            <a:ext cx="1140600" cy="113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7"/>
          <p:cNvSpPr/>
          <p:nvPr/>
        </p:nvSpPr>
        <p:spPr>
          <a:xfrm rot="10800000">
            <a:off x="1140825" y="3766299"/>
            <a:ext cx="242400" cy="24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None/>
              <a:defRPr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●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○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 Light"/>
              <a:buChar char="■"/>
              <a:defRPr sz="11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8"/>
          <p:cNvSpPr txBox="1">
            <a:spLocks noGrp="1"/>
          </p:cNvSpPr>
          <p:nvPr>
            <p:ph type="body" idx="1"/>
          </p:nvPr>
        </p:nvSpPr>
        <p:spPr>
          <a:xfrm>
            <a:off x="658800" y="793750"/>
            <a:ext cx="6364800" cy="3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300" b="1" dirty="0">
                <a:latin typeface="Hanken Grotesk"/>
                <a:ea typeface="Hanken Grotesk"/>
                <a:cs typeface="Hanken Grotesk"/>
                <a:sym typeface="Hanken Grotesk"/>
              </a:rPr>
              <a:t>RELIABLE EXPLAINABLE AI FRAMEWORK FOR </a:t>
            </a:r>
            <a:r>
              <a:rPr lang="en-US" sz="2000" dirty="0">
                <a:latin typeface="Hanken Grotesk"/>
                <a:ea typeface="Hanken Grotesk"/>
                <a:cs typeface="Hanken Grotesk"/>
                <a:sym typeface="Hanken Grotesk"/>
              </a:rPr>
              <a:t>SOFTWARE DEFECT PREDICTION</a:t>
            </a:r>
            <a:endParaRPr sz="2000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IN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Student Name:</a:t>
            </a:r>
            <a:r>
              <a:rPr lang="en-GB" dirty="0"/>
              <a:t> Udit Jain</a:t>
            </a:r>
            <a:br>
              <a:rPr lang="en-GB" dirty="0"/>
            </a:b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Roll No:</a:t>
            </a:r>
            <a:r>
              <a:rPr lang="en-GB" dirty="0"/>
              <a:t> 24CSM1R23</a:t>
            </a:r>
            <a:br>
              <a:rPr lang="en-GB" dirty="0"/>
            </a:b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Guide Name:</a:t>
            </a:r>
            <a:r>
              <a:rPr lang="en-GB" dirty="0"/>
              <a:t> Dr. Manjubala Bisi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>
            <a:spLocks noGrp="1"/>
          </p:cNvSpPr>
          <p:nvPr>
            <p:ph type="title"/>
          </p:nvPr>
        </p:nvSpPr>
        <p:spPr>
          <a:xfrm>
            <a:off x="658800" y="864475"/>
            <a:ext cx="63648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Scope of the Project</a:t>
            </a:r>
            <a:endParaRPr/>
          </a:p>
        </p:txBody>
      </p:sp>
      <p:sp>
        <p:nvSpPr>
          <p:cNvPr id="556" name="Google Shape;556;p39"/>
          <p:cNvSpPr txBox="1">
            <a:spLocks noGrp="1"/>
          </p:cNvSpPr>
          <p:nvPr>
            <p:ph type="body" idx="4294967295"/>
          </p:nvPr>
        </p:nvSpPr>
        <p:spPr>
          <a:xfrm>
            <a:off x="658800" y="1411675"/>
            <a:ext cx="5229600" cy="3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Focus</a:t>
            </a:r>
            <a:endParaRPr sz="1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focuses on using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explain software defect prediction models and on evaluating the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those explanations.</a:t>
            </a:r>
            <a:b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 goal is to ensure developers and stakeholders can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trust, validate, and interpret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model’s reasoning—not just its predictions.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Outcomes</a:t>
            </a:r>
            <a:endParaRPr sz="1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clearer understanding of which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metrics truly drive defect predictions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Reliability measures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strengthen trust in SHAP explanations.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Ultimately, this work bridges the gap between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explainability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trustworthy, actionable insights</a:t>
            </a:r>
            <a:r>
              <a:rPr lang="en-GB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software engineering.</a:t>
            </a:r>
            <a:endParaRPr b="1" dirty="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7" name="Google Shape;5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325" y="1788925"/>
            <a:ext cx="2632699" cy="13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0"/>
          <p:cNvSpPr txBox="1">
            <a:spLocks noGrp="1"/>
          </p:cNvSpPr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63" name="Google Shape;563;p40"/>
          <p:cNvSpPr txBox="1"/>
          <p:nvPr/>
        </p:nvSpPr>
        <p:spPr>
          <a:xfrm>
            <a:off x="586550" y="1588775"/>
            <a:ext cx="7935300" cy="22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Explainable AI (XAI):</a:t>
            </a:r>
            <a:br>
              <a:rPr lang="en-GB" sz="16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Explainable AI refers to techniques that make the inner workings and predictions of complex AI models understandable to humans. Instead of treating AI as a “black box,” XAI highlights </a:t>
            </a:r>
            <a:r>
              <a:rPr lang="en-GB" sz="1100" i="1">
                <a:solidFill>
                  <a:schemeClr val="dk1"/>
                </a:solidFill>
              </a:rPr>
              <a:t>which features or factors influenced a decision</a:t>
            </a:r>
            <a:r>
              <a:rPr lang="en-GB" sz="1100">
                <a:solidFill>
                  <a:schemeClr val="dk1"/>
                </a:solidFill>
              </a:rPr>
              <a:t> and how much they contributed.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Think of AI like a teacher giving you an answer. Normally, it just says </a:t>
            </a:r>
            <a:r>
              <a:rPr lang="en-GB" sz="1100" i="1">
                <a:solidFill>
                  <a:schemeClr val="dk1"/>
                </a:solidFill>
              </a:rPr>
              <a:t>“42”</a:t>
            </a:r>
            <a:r>
              <a:rPr lang="en-GB" sz="1100">
                <a:solidFill>
                  <a:schemeClr val="dk1"/>
                </a:solidFill>
              </a:rPr>
              <a:t> without telling you how. With XAI, the teacher shows the </a:t>
            </a:r>
            <a:r>
              <a:rPr lang="en-GB" sz="1100" b="1">
                <a:solidFill>
                  <a:schemeClr val="dk1"/>
                </a:solidFill>
              </a:rPr>
              <a:t>steps, reasons, and key points</a:t>
            </a:r>
            <a:r>
              <a:rPr lang="en-GB" sz="1100">
                <a:solidFill>
                  <a:schemeClr val="dk1"/>
                </a:solidFill>
              </a:rPr>
              <a:t> that led to the answer.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564" name="Google Shape;564;p40"/>
          <p:cNvSpPr txBox="1"/>
          <p:nvPr/>
        </p:nvSpPr>
        <p:spPr>
          <a:xfrm>
            <a:off x="1994875" y="3486525"/>
            <a:ext cx="6527100" cy="12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Importance: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This makes AI decisions </a:t>
            </a:r>
            <a:r>
              <a:rPr lang="en-GB" sz="1100" b="1">
                <a:solidFill>
                  <a:schemeClr val="dk1"/>
                </a:solidFill>
              </a:rPr>
              <a:t>clear and transparent</a:t>
            </a:r>
            <a:r>
              <a:rPr lang="en-GB" sz="1100">
                <a:solidFill>
                  <a:schemeClr val="dk1"/>
                </a:solidFill>
              </a:rPr>
              <a:t>, so people can </a:t>
            </a:r>
            <a:r>
              <a:rPr lang="en-GB" sz="1100" b="1">
                <a:solidFill>
                  <a:schemeClr val="dk1"/>
                </a:solidFill>
              </a:rPr>
              <a:t>trust</a:t>
            </a:r>
            <a:r>
              <a:rPr lang="en-GB" sz="1100">
                <a:solidFill>
                  <a:schemeClr val="dk1"/>
                </a:solidFill>
              </a:rPr>
              <a:t> the results, </a:t>
            </a:r>
            <a:r>
              <a:rPr lang="en-GB" sz="1100" b="1">
                <a:solidFill>
                  <a:schemeClr val="dk1"/>
                </a:solidFill>
              </a:rPr>
              <a:t>understand</a:t>
            </a:r>
            <a:r>
              <a:rPr lang="en-GB" sz="1100">
                <a:solidFill>
                  <a:schemeClr val="dk1"/>
                </a:solidFill>
              </a:rPr>
              <a:t> the reasoning, and </a:t>
            </a:r>
            <a:r>
              <a:rPr lang="en-GB" sz="1100" b="1">
                <a:solidFill>
                  <a:schemeClr val="dk1"/>
                </a:solidFill>
              </a:rPr>
              <a:t>confidently act</a:t>
            </a:r>
            <a:r>
              <a:rPr lang="en-GB" sz="1100">
                <a:solidFill>
                  <a:schemeClr val="dk1"/>
                </a:solidFill>
              </a:rPr>
              <a:t> on them. Instead of a “black box,” AI becomes a </a:t>
            </a:r>
            <a:r>
              <a:rPr lang="en-GB" sz="1100" b="1">
                <a:solidFill>
                  <a:schemeClr val="dk1"/>
                </a:solidFill>
              </a:rPr>
              <a:t>guide you can question and rely on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>
            <a:spLocks noGrp="1"/>
          </p:cNvSpPr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70" name="Google Shape;570;p41"/>
          <p:cNvSpPr txBox="1"/>
          <p:nvPr/>
        </p:nvSpPr>
        <p:spPr>
          <a:xfrm>
            <a:off x="586550" y="1588775"/>
            <a:ext cx="7935300" cy="22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Reliability of XAI:</a:t>
            </a:r>
            <a:br>
              <a:rPr lang="en-GB" sz="16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Reliability means not just explaining a model’s decision once, but making sure those explanations are </a:t>
            </a:r>
            <a:r>
              <a:rPr lang="en-GB" sz="1100" b="1">
                <a:solidFill>
                  <a:schemeClr val="dk1"/>
                </a:solidFill>
              </a:rPr>
              <a:t>consistent, stable, and truly reflect how the model works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Imagine asking a friend the same question on different days — if the answers keep changing, you wouldn’t trust them. Similarly, reliable AI explanations should stay steady across different data samples or conditions, proving that the insights are dependable and not random.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571" name="Google Shape;571;p41"/>
          <p:cNvSpPr txBox="1"/>
          <p:nvPr/>
        </p:nvSpPr>
        <p:spPr>
          <a:xfrm>
            <a:off x="1967900" y="3450575"/>
            <a:ext cx="59307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Importance: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Builds </a:t>
            </a:r>
            <a:r>
              <a:rPr lang="en-GB" sz="1100" b="1">
                <a:solidFill>
                  <a:schemeClr val="dk1"/>
                </a:solidFill>
              </a:rPr>
              <a:t>confidence and trust</a:t>
            </a:r>
            <a:r>
              <a:rPr lang="en-GB" sz="1100">
                <a:solidFill>
                  <a:schemeClr val="dk1"/>
                </a:solidFill>
              </a:rPr>
              <a:t> in AI systems, helping developers and stakeholders make </a:t>
            </a:r>
            <a:r>
              <a:rPr lang="en-GB" sz="1100" b="1">
                <a:solidFill>
                  <a:schemeClr val="dk1"/>
                </a:solidFill>
              </a:rPr>
              <a:t>informed, risk-free decisions</a:t>
            </a:r>
            <a:r>
              <a:rPr lang="en-GB" sz="1100">
                <a:solidFill>
                  <a:schemeClr val="dk1"/>
                </a:solidFill>
              </a:rPr>
              <a:t> based on explanations they can rely 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2"/>
          <p:cNvSpPr txBox="1">
            <a:spLocks noGrp="1"/>
          </p:cNvSpPr>
          <p:nvPr>
            <p:ph type="title"/>
          </p:nvPr>
        </p:nvSpPr>
        <p:spPr>
          <a:xfrm>
            <a:off x="514050" y="942525"/>
            <a:ext cx="8115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Explainable AI with a Focus on Reliability</a:t>
            </a:r>
            <a:endParaRPr/>
          </a:p>
        </p:txBody>
      </p:sp>
      <p:sp>
        <p:nvSpPr>
          <p:cNvPr id="577" name="Google Shape;577;p42"/>
          <p:cNvSpPr txBox="1"/>
          <p:nvPr/>
        </p:nvSpPr>
        <p:spPr>
          <a:xfrm>
            <a:off x="586550" y="1588775"/>
            <a:ext cx="79353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Relevance in Software Defect Prediction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Reliable explanations help developers and stakeholders </a:t>
            </a:r>
            <a:r>
              <a:rPr lang="en-GB" sz="1100" b="1">
                <a:solidFill>
                  <a:schemeClr val="dk1"/>
                </a:solidFill>
              </a:rPr>
              <a:t>trust the model’s insights</a:t>
            </a:r>
            <a:r>
              <a:rPr lang="en-GB" sz="1100">
                <a:solidFill>
                  <a:schemeClr val="dk1"/>
                </a:solidFill>
              </a:rPr>
              <a:t>, take </a:t>
            </a:r>
            <a:r>
              <a:rPr lang="en-GB" sz="1100" b="1">
                <a:solidFill>
                  <a:schemeClr val="dk1"/>
                </a:solidFill>
              </a:rPr>
              <a:t>confident actions</a:t>
            </a:r>
            <a:r>
              <a:rPr lang="en-GB" sz="1100">
                <a:solidFill>
                  <a:schemeClr val="dk1"/>
                </a:solidFill>
              </a:rPr>
              <a:t>, and ultimately achieve </a:t>
            </a:r>
            <a:r>
              <a:rPr lang="en-GB" sz="1100" b="1">
                <a:solidFill>
                  <a:schemeClr val="dk1"/>
                </a:solidFill>
              </a:rPr>
              <a:t>better software quality with fewer risks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Motivation: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By moving beyond accuracy to </a:t>
            </a:r>
            <a:r>
              <a:rPr lang="en-GB" sz="1100" b="1">
                <a:solidFill>
                  <a:schemeClr val="dk1"/>
                </a:solidFill>
              </a:rPr>
              <a:t>trustworthy explanations</a:t>
            </a:r>
            <a:r>
              <a:rPr lang="en-GB" sz="1100">
                <a:solidFill>
                  <a:schemeClr val="dk1"/>
                </a:solidFill>
              </a:rPr>
              <a:t>, we enable AI to become a </a:t>
            </a:r>
            <a:r>
              <a:rPr lang="en-GB" sz="1100" b="1">
                <a:solidFill>
                  <a:schemeClr val="dk1"/>
                </a:solidFill>
              </a:rPr>
              <a:t>true decision-support partner</a:t>
            </a:r>
            <a:r>
              <a:rPr lang="en-GB" sz="1100">
                <a:solidFill>
                  <a:schemeClr val="dk1"/>
                </a:solidFill>
              </a:rPr>
              <a:t> in software engineering, not just a prediction tool.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>
            <a:spLocks noGrp="1"/>
          </p:cNvSpPr>
          <p:nvPr>
            <p:ph type="title"/>
          </p:nvPr>
        </p:nvSpPr>
        <p:spPr>
          <a:xfrm>
            <a:off x="388800" y="810000"/>
            <a:ext cx="6757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Problem Statement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583" name="Google Shape;583;p43"/>
          <p:cNvSpPr txBox="1">
            <a:spLocks noGrp="1"/>
          </p:cNvSpPr>
          <p:nvPr>
            <p:ph type="body" idx="1"/>
          </p:nvPr>
        </p:nvSpPr>
        <p:spPr>
          <a:xfrm>
            <a:off x="388800" y="1357200"/>
            <a:ext cx="6757200" cy="2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 dirty="0">
                <a:latin typeface="Lexend"/>
                <a:ea typeface="Lexend"/>
                <a:cs typeface="Lexend"/>
                <a:sym typeface="Lexend"/>
              </a:rPr>
              <a:t>Challenges : </a:t>
            </a:r>
            <a:endParaRPr b="1" dirty="0"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Traditional AI models often lack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transparency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their predictions.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Difficulty in understanding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different software metrics influence defect prediction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Explanations may vary across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datasets, folds, and domains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reducing trust.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Limited availability of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reliable, standardized defect data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addressing these challenges, AI explanations remain 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hard to trust and act upon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dirty="0"/>
              <a:t>Understanding these challenges is crucial for effective solutions!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7"/>
          <p:cNvSpPr txBox="1">
            <a:spLocks noGrp="1"/>
          </p:cNvSpPr>
          <p:nvPr>
            <p:ph type="title"/>
          </p:nvPr>
        </p:nvSpPr>
        <p:spPr>
          <a:xfrm>
            <a:off x="372221" y="414000"/>
            <a:ext cx="83139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Data Collection</a:t>
            </a:r>
            <a:endParaRPr dirty="0"/>
          </a:p>
        </p:txBody>
      </p:sp>
      <p:sp>
        <p:nvSpPr>
          <p:cNvPr id="607" name="Google Shape;607;p47"/>
          <p:cNvSpPr txBox="1">
            <a:spLocks noGrp="1"/>
          </p:cNvSpPr>
          <p:nvPr>
            <p:ph type="subTitle" idx="1"/>
          </p:nvPr>
        </p:nvSpPr>
        <p:spPr>
          <a:xfrm>
            <a:off x="359625" y="961200"/>
            <a:ext cx="83391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Data Sources</a:t>
            </a:r>
            <a:endParaRPr dirty="0"/>
          </a:p>
        </p:txBody>
      </p:sp>
      <p:sp>
        <p:nvSpPr>
          <p:cNvPr id="611" name="Google Shape;611;p47"/>
          <p:cNvSpPr txBox="1">
            <a:spLocks noGrp="1"/>
          </p:cNvSpPr>
          <p:nvPr>
            <p:ph type="subTitle" idx="4"/>
          </p:nvPr>
        </p:nvSpPr>
        <p:spPr>
          <a:xfrm>
            <a:off x="4076190" y="891054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b="1" dirty="0"/>
              <a:t>Table 3 : </a:t>
            </a:r>
            <a:r>
              <a:rPr lang="en-US" sz="1000" dirty="0"/>
              <a:t>NASA PROMISE software defect datasets used in this study, detailing the number of instances, attributes, and class distribution for each dataset.</a:t>
            </a:r>
            <a:endParaRPr sz="10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65865C-DC09-638C-4587-135C0A325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44395"/>
              </p:ext>
            </p:extLst>
          </p:nvPr>
        </p:nvGraphicFramePr>
        <p:xfrm>
          <a:off x="3512931" y="1713583"/>
          <a:ext cx="5305818" cy="2614864"/>
        </p:xfrm>
        <a:graphic>
          <a:graphicData uri="http://schemas.openxmlformats.org/drawingml/2006/table">
            <a:tbl>
              <a:tblPr firstRow="1" firstCol="1" bandRow="1">
                <a:tableStyleId>{08DB28E6-07B8-43B4-94E9-65CDF57FDC44}</a:tableStyleId>
              </a:tblPr>
              <a:tblGrid>
                <a:gridCol w="632110">
                  <a:extLst>
                    <a:ext uri="{9D8B030D-6E8A-4147-A177-3AD203B41FA5}">
                      <a16:colId xmlns:a16="http://schemas.microsoft.com/office/drawing/2014/main" val="2244438559"/>
                    </a:ext>
                  </a:extLst>
                </a:gridCol>
                <a:gridCol w="749379">
                  <a:extLst>
                    <a:ext uri="{9D8B030D-6E8A-4147-A177-3AD203B41FA5}">
                      <a16:colId xmlns:a16="http://schemas.microsoft.com/office/drawing/2014/main" val="3393110883"/>
                    </a:ext>
                  </a:extLst>
                </a:gridCol>
                <a:gridCol w="724121">
                  <a:extLst>
                    <a:ext uri="{9D8B030D-6E8A-4147-A177-3AD203B41FA5}">
                      <a16:colId xmlns:a16="http://schemas.microsoft.com/office/drawing/2014/main" val="3596462744"/>
                    </a:ext>
                  </a:extLst>
                </a:gridCol>
                <a:gridCol w="766219">
                  <a:extLst>
                    <a:ext uri="{9D8B030D-6E8A-4147-A177-3AD203B41FA5}">
                      <a16:colId xmlns:a16="http://schemas.microsoft.com/office/drawing/2014/main" val="2713589660"/>
                    </a:ext>
                  </a:extLst>
                </a:gridCol>
                <a:gridCol w="2433989">
                  <a:extLst>
                    <a:ext uri="{9D8B030D-6E8A-4147-A177-3AD203B41FA5}">
                      <a16:colId xmlns:a16="http://schemas.microsoft.com/office/drawing/2014/main" val="3571737475"/>
                    </a:ext>
                  </a:extLst>
                </a:gridCol>
              </a:tblGrid>
              <a:tr h="433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</a:rPr>
                        <a:t>Dataset</a:t>
                      </a:r>
                      <a:endParaRPr lang="en-IN" sz="1000" b="1" i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>
                          <a:effectLst/>
                        </a:rPr>
                        <a:t>Instances</a:t>
                      </a:r>
                      <a:endParaRPr lang="en-IN" sz="1000" b="1" i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>
                          <a:effectLst/>
                        </a:rPr>
                        <a:t>Features</a:t>
                      </a:r>
                      <a:endParaRPr lang="en-IN" sz="1000" b="1" i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>
                          <a:effectLst/>
                        </a:rPr>
                        <a:t>Defective Modules</a:t>
                      </a:r>
                      <a:endParaRPr lang="en-IN" sz="1000" b="1" i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</a:rPr>
                        <a:t>Description</a:t>
                      </a:r>
                      <a:endParaRPr lang="en-IN" sz="1000" b="1" i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6734"/>
                  </a:ext>
                </a:extLst>
              </a:tr>
              <a:tr h="2712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CM1</a:t>
                      </a:r>
                      <a:endParaRPr lang="en-IN" sz="10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327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35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42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Spacecraft instrument (C language)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230873"/>
                  </a:ext>
                </a:extLst>
              </a:tr>
              <a:tr h="2966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MC1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9,400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68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Flight software modules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541695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MC2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5,200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39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160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Instrument control system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223258"/>
                  </a:ext>
                </a:extLst>
              </a:tr>
              <a:tr h="2455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MW1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403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27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Ground system monitoring software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814714"/>
                  </a:ext>
                </a:extLst>
              </a:tr>
              <a:tr h="2660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PC1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1,109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77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Flight software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207100"/>
                  </a:ext>
                </a:extLst>
              </a:tr>
              <a:tr h="2660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PC2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5,589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16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Flight control system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689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PC3</a:t>
                      </a:r>
                      <a:endParaRPr lang="en-IN" sz="1000" b="1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1,563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160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Ground data system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877199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PC4</a:t>
                      </a:r>
                      <a:endParaRPr lang="en-IN" sz="1000" b="1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1,458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>
                          <a:effectLst/>
                        </a:rPr>
                        <a:t>37</a:t>
                      </a:r>
                      <a:endParaRPr lang="en-IN" sz="1000" b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178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</a:rPr>
                        <a:t>Spacecraft dynamics model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2612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97CFA13-A252-E2DF-CE0C-4CEB57D70D0C}"/>
              </a:ext>
            </a:extLst>
          </p:cNvPr>
          <p:cNvSpPr txBox="1"/>
          <p:nvPr/>
        </p:nvSpPr>
        <p:spPr>
          <a:xfrm>
            <a:off x="359625" y="1424646"/>
            <a:ext cx="218304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100" dirty="0">
                <a:effectLst/>
                <a:latin typeface="Lexend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following datasets from the </a:t>
            </a:r>
            <a:r>
              <a:rPr lang="en-US" sz="1100" b="1" dirty="0">
                <a:effectLst/>
                <a:latin typeface="Lexend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NASA PROMISE </a:t>
            </a:r>
            <a:r>
              <a:rPr lang="en-US" sz="1100" dirty="0">
                <a:effectLst/>
                <a:latin typeface="Lexend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repository were used for evaluating the Reliable Explainable AI (XAI) Framework for Software Defect Prediction (SDP)</a:t>
            </a:r>
            <a:endParaRPr lang="en-IN" sz="1100" dirty="0">
              <a:latin typeface="Lexend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>
          <a:extLst>
            <a:ext uri="{FF2B5EF4-FFF2-40B4-BE49-F238E27FC236}">
              <a16:creationId xmlns:a16="http://schemas.microsoft.com/office/drawing/2014/main" id="{1AB4D114-7845-66A8-8FC2-BDE0C8FA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7">
            <a:extLst>
              <a:ext uri="{FF2B5EF4-FFF2-40B4-BE49-F238E27FC236}">
                <a16:creationId xmlns:a16="http://schemas.microsoft.com/office/drawing/2014/main" id="{A6360EDA-A738-8273-4DEE-603A18709D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221" y="414000"/>
            <a:ext cx="83139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Cross Project Datasets </a:t>
            </a:r>
            <a:br>
              <a:rPr lang="en-GB" dirty="0"/>
            </a:br>
            <a:r>
              <a:rPr lang="en-GB" dirty="0"/>
              <a:t>Combinations</a:t>
            </a:r>
            <a:endParaRPr dirty="0"/>
          </a:p>
        </p:txBody>
      </p:sp>
      <p:sp>
        <p:nvSpPr>
          <p:cNvPr id="607" name="Google Shape;607;p47">
            <a:extLst>
              <a:ext uri="{FF2B5EF4-FFF2-40B4-BE49-F238E27FC236}">
                <a16:creationId xmlns:a16="http://schemas.microsoft.com/office/drawing/2014/main" id="{9FCCB48E-021E-0592-2614-782D0C4056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7021" y="1402358"/>
            <a:ext cx="83391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Key Points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9E829B4-6334-92CF-5A37-51B5B5C75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426563"/>
              </p:ext>
            </p:extLst>
          </p:nvPr>
        </p:nvGraphicFramePr>
        <p:xfrm>
          <a:off x="5344795" y="1224028"/>
          <a:ext cx="2239534" cy="3665532"/>
        </p:xfrm>
        <a:graphic>
          <a:graphicData uri="http://schemas.openxmlformats.org/drawingml/2006/table">
            <a:tbl>
              <a:tblPr firstRow="1" firstCol="1" bandRow="1">
                <a:tableStyleId>{08DB28E6-07B8-43B4-94E9-65CDF57FDC44}</a:tableStyleId>
              </a:tblPr>
              <a:tblGrid>
                <a:gridCol w="672315">
                  <a:extLst>
                    <a:ext uri="{9D8B030D-6E8A-4147-A177-3AD203B41FA5}">
                      <a16:colId xmlns:a16="http://schemas.microsoft.com/office/drawing/2014/main" val="2244438559"/>
                    </a:ext>
                  </a:extLst>
                </a:gridCol>
                <a:gridCol w="797042">
                  <a:extLst>
                    <a:ext uri="{9D8B030D-6E8A-4147-A177-3AD203B41FA5}">
                      <a16:colId xmlns:a16="http://schemas.microsoft.com/office/drawing/2014/main" val="3393110883"/>
                    </a:ext>
                  </a:extLst>
                </a:gridCol>
                <a:gridCol w="770177">
                  <a:extLst>
                    <a:ext uri="{9D8B030D-6E8A-4147-A177-3AD203B41FA5}">
                      <a16:colId xmlns:a16="http://schemas.microsoft.com/office/drawing/2014/main" val="3596462744"/>
                    </a:ext>
                  </a:extLst>
                </a:gridCol>
              </a:tblGrid>
              <a:tr h="433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 err="1">
                          <a:effectLst/>
                          <a:latin typeface="Lexend" panose="020B0604020202020204" charset="0"/>
                        </a:rPr>
                        <a:t>S.No</a:t>
                      </a:r>
                      <a:r>
                        <a:rPr lang="en-US" sz="1000" b="1" i="1" dirty="0">
                          <a:effectLst/>
                          <a:latin typeface="Lexend" panose="020B0604020202020204" charset="0"/>
                        </a:rPr>
                        <a:t>.</a:t>
                      </a:r>
                      <a:endParaRPr lang="en-IN" sz="1000" b="1" i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  <a:latin typeface="Lexend" panose="020B0604020202020204" charset="0"/>
                        </a:rPr>
                        <a:t>Training</a:t>
                      </a:r>
                      <a:endParaRPr lang="en-IN" sz="1000" b="1" i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i="1" dirty="0">
                          <a:effectLst/>
                          <a:latin typeface="Lexend" panose="020B0604020202020204" charset="0"/>
                        </a:rPr>
                        <a:t>Testing</a:t>
                      </a:r>
                      <a:endParaRPr lang="en-IN" sz="1000" b="1" i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6734"/>
                  </a:ext>
                </a:extLst>
              </a:tr>
              <a:tr h="2712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1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230873"/>
                  </a:ext>
                </a:extLst>
              </a:tr>
              <a:tr h="2966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2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541695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3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223258"/>
                  </a:ext>
                </a:extLst>
              </a:tr>
              <a:tr h="2455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4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814714"/>
                  </a:ext>
                </a:extLst>
              </a:tr>
              <a:tr h="2660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5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207100"/>
                  </a:ext>
                </a:extLst>
              </a:tr>
              <a:tr h="2660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6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689"/>
                  </a:ext>
                </a:extLst>
              </a:tr>
              <a:tr h="2864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7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877199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</a:rPr>
                        <a:t>8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26124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778849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PC1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456833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11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PC2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537106"/>
                  </a:ext>
                </a:extLst>
              </a:tr>
              <a:tr h="2626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12</a:t>
                      </a:r>
                      <a:endParaRPr lang="en-IN" sz="1000" b="1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PC4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0" dirty="0">
                          <a:effectLst/>
                          <a:latin typeface="Lexend" panose="020B060402020202020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PC3</a:t>
                      </a:r>
                      <a:endParaRPr lang="en-IN" sz="1000" b="0" dirty="0">
                        <a:effectLst/>
                        <a:latin typeface="Lexend" panose="020B060402020202020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180" marR="631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75043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2970959-1136-A8F1-5067-56AF8F171EA1}"/>
              </a:ext>
            </a:extLst>
          </p:cNvPr>
          <p:cNvSpPr txBox="1"/>
          <p:nvPr/>
        </p:nvSpPr>
        <p:spPr>
          <a:xfrm>
            <a:off x="347021" y="1865804"/>
            <a:ext cx="402789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Lexend" panose="020B0604020202020204" charset="0"/>
              </a:rPr>
              <a:t>4 datasets</a:t>
            </a:r>
            <a:r>
              <a:rPr lang="en-US" sz="1100" dirty="0">
                <a:latin typeface="Lexend" panose="020B0604020202020204" charset="0"/>
              </a:rPr>
              <a:t> are used: PC1, PC2, PC3, PC4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Lexend" panose="020B0604020202020204" charset="0"/>
              </a:rPr>
              <a:t>Train ≠ Test</a:t>
            </a:r>
            <a:r>
              <a:rPr lang="en-US" sz="1100" dirty="0">
                <a:latin typeface="Lexend" panose="020B0604020202020204" charset="0"/>
              </a:rPr>
              <a:t> is strictly enforced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Lexend" panose="020B0604020202020204" charset="0"/>
              </a:rPr>
              <a:t>Direction matters (A → B ≠ B → 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Lexend" panose="020B0604020202020204" charset="0"/>
              </a:rPr>
              <a:t>Total </a:t>
            </a:r>
            <a:r>
              <a:rPr lang="en-US" sz="1100" b="1" dirty="0">
                <a:latin typeface="Lexend" panose="020B0604020202020204" charset="0"/>
              </a:rPr>
              <a:t>12 cross-project combinations</a:t>
            </a:r>
            <a:r>
              <a:rPr lang="en-US" sz="1100" dirty="0">
                <a:latin typeface="Lexend" panose="020B0604020202020204" charset="0"/>
              </a:rPr>
              <a:t> are evaluated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Lexend" panose="020B0604020202020204" charset="0"/>
              </a:rPr>
              <a:t>Each combination is tested across </a:t>
            </a:r>
            <a:r>
              <a:rPr lang="en-US" sz="1100" b="1" dirty="0">
                <a:latin typeface="Lexend" panose="020B0604020202020204" charset="0"/>
              </a:rPr>
              <a:t>multiple ML models</a:t>
            </a:r>
            <a:r>
              <a:rPr lang="en-US" sz="1100" dirty="0">
                <a:latin typeface="Lexend" panose="020B0604020202020204" charset="0"/>
              </a:rPr>
              <a:t> and </a:t>
            </a:r>
            <a:r>
              <a:rPr lang="en-US" sz="1100" b="1" dirty="0">
                <a:latin typeface="Lexend" panose="020B0604020202020204" charset="0"/>
              </a:rPr>
              <a:t>reliability metrics</a:t>
            </a:r>
            <a:endParaRPr lang="en-US" sz="1100" dirty="0">
              <a:latin typeface="Lexend" panose="020B0604020202020204" charset="0"/>
            </a:endParaRPr>
          </a:p>
        </p:txBody>
      </p:sp>
      <p:sp>
        <p:nvSpPr>
          <p:cNvPr id="4" name="Google Shape;611;p47">
            <a:extLst>
              <a:ext uri="{FF2B5EF4-FFF2-40B4-BE49-F238E27FC236}">
                <a16:creationId xmlns:a16="http://schemas.microsoft.com/office/drawing/2014/main" id="{5E8EA966-01F9-137B-2701-DA31FC07302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374912" y="490950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sz="1000" b="1" dirty="0"/>
              <a:t>Table 3 : </a:t>
            </a:r>
            <a:r>
              <a:rPr lang="en-US" sz="1000" dirty="0"/>
              <a:t>Cross-project training–testing dataset combinations constructed from NASA PROMISE software defect datasets (PC1–PC4)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164535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8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18" name="Google Shape;618;p48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6423600" cy="3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Pipeline: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 (NASA PROMISE) → Preprocessing (SMOTE, normalization, feature cleanup) → Models (Random Forest) → SHAP Explanations → Reliability Evaluation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Approach Used: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Integrating SHAP: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Generate global &amp; local feature attributions.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Reliability Extensions: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GLR (Gradient-of-Loss Reliability):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Align SHAP ranks with loss sensitivity.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</a:t>
            </a:r>
            <a:r>
              <a:rPr lang="en-GB" b="1" dirty="0" err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Hit@k</a:t>
            </a: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Validate if SHAP-top features truly affect loss under small nudges.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 (ECE):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Assess probability reliability.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Composite Reliability Score: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Combines GLR, </a:t>
            </a:r>
            <a:r>
              <a:rPr lang="en-GB" dirty="0" err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Hit@k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Calibration for robust trust evaluation.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Expected Benefits: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trustworthy explanations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beyond accuracy.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Validation of causal impact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SHAP features.</a:t>
            </a:r>
            <a:endParaRPr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b="1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Improved confidence</a:t>
            </a:r>
            <a:r>
              <a:rPr lang="en-GB" dirty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developers &amp; stakeholders in defect predictions.</a:t>
            </a:r>
            <a:endParaRPr dirty="0"/>
          </a:p>
        </p:txBody>
      </p:sp>
      <p:pic>
        <p:nvPicPr>
          <p:cNvPr id="619" name="Google Shape;61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650" y="503463"/>
            <a:ext cx="1843931" cy="41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9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25" name="Google Shape;625;p49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5761200" cy="3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(SHapley Additive Explanations):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is a method from cooperative game theory that explains how much each feature contributes to a model’s prediction.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b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each prediction, SHAP calculates whether a feature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(positive SHAP value) or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decreases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(negative SHAP value) the chance of a defect.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LOC = +0.35 (increases defect risk), 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Comment Density = –0.12 (reduces defect risk)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to Reliability: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SHAP gives explanations, they must also be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reliable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consistent across folds, stable across datasets, and reflective of true model behavior. That’s why your project extends SHAP with reliability checks (GLR, Hit@k, Calibration).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6" name="Google Shape;62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5950" y="351325"/>
            <a:ext cx="2540573" cy="413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0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32" name="Google Shape;632;p50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7998600" cy="2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Gradient-of-Loss Reliability (GLR):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GLR checks if SHAP’s ranking of important features actually agrees with how the model’s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reacts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those features are nudged.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feature, slightly increase and decrease its value by a tiny step ε\varepsilonε.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how much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(binary cross-entropy)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changes → this gives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 sensitivity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that feature.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sensitivities across all features.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 ranking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vs.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sensitivity ranking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Spearman correlation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0"/>
          <p:cNvSpPr txBox="1"/>
          <p:nvPr/>
        </p:nvSpPr>
        <p:spPr>
          <a:xfrm>
            <a:off x="4744525" y="3319575"/>
            <a:ext cx="41514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The Metric: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ρ≈1: SHAP agrees with loss sensitivity → reliable.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ρ≈0: No agreement → unreliable.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ρ&lt;0: Opposite ordering → misleading.</a:t>
            </a:r>
            <a:endParaRPr/>
          </a:p>
        </p:txBody>
      </p:sp>
      <p:pic>
        <p:nvPicPr>
          <p:cNvPr id="634" name="Google Shape;63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450" y="3556625"/>
            <a:ext cx="2735350" cy="8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1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40" name="Google Shape;640;p51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7998600" cy="2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ε-Perturbation Hit@k: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ε-Hit@k checks whether the features that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 says are most important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 prediction are also the ones that actually make the model’s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 increase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we nudge them slightly.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top-k SHAP features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(Tₖ).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feature, add a tiny perturbation ε (e.g., 0.001) and compute the change in loss (Δℓ).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Rank features by Δℓ and take the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top-k sensitivity features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(Dₖ).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Tₖ ∩ Dₖ ≠ ∅ → it’s a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(1)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else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 (0)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hits across samples → ε-Hit@k score.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1"/>
          <p:cNvSpPr txBox="1"/>
          <p:nvPr/>
        </p:nvSpPr>
        <p:spPr>
          <a:xfrm>
            <a:off x="1761225" y="3319575"/>
            <a:ext cx="65328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Interpretation: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High ε-Hit@k:</a:t>
            </a:r>
            <a:r>
              <a:rPr lang="en-GB" sz="1100">
                <a:solidFill>
                  <a:schemeClr val="dk1"/>
                </a:solidFill>
              </a:rPr>
              <a:t> SHAP’s top features are truly impactful → reliable.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Low ε-Hit@k:</a:t>
            </a:r>
            <a:r>
              <a:rPr lang="en-GB" sz="1100">
                <a:solidFill>
                  <a:schemeClr val="dk1"/>
                </a:solidFill>
              </a:rPr>
              <a:t> SHAP highlights features that don’t change the model’s behavior → unreliable.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2"/>
          <p:cNvSpPr txBox="1">
            <a:spLocks noGrp="1"/>
          </p:cNvSpPr>
          <p:nvPr>
            <p:ph type="title"/>
          </p:nvPr>
        </p:nvSpPr>
        <p:spPr>
          <a:xfrm>
            <a:off x="421200" y="197825"/>
            <a:ext cx="82041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Proposed Solution Overview</a:t>
            </a:r>
            <a:endParaRPr/>
          </a:p>
        </p:txBody>
      </p:sp>
      <p:sp>
        <p:nvSpPr>
          <p:cNvPr id="647" name="Google Shape;647;p52"/>
          <p:cNvSpPr txBox="1">
            <a:spLocks noGrp="1"/>
          </p:cNvSpPr>
          <p:nvPr>
            <p:ph type="body" idx="1"/>
          </p:nvPr>
        </p:nvSpPr>
        <p:spPr>
          <a:xfrm>
            <a:off x="421200" y="741850"/>
            <a:ext cx="7998600" cy="26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Calibration: Expected Calibration Error (ECE)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ECE checks how well a model’s predicted probabilities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reality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well-calibrated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saying “70% chance of defect” will actually be correct ~70% of the time.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GB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over-confident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might say 70% but be right only 50%.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predictions into probability bins (e.g., 0–0.2, 0.2–0.4, …).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bin, compare: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average predicted probability.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actual fraction of positives.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the average gap between confidence and accuracy → this is </a:t>
            </a:r>
            <a:r>
              <a:rPr lang="en-GB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2"/>
          <p:cNvSpPr txBox="1"/>
          <p:nvPr/>
        </p:nvSpPr>
        <p:spPr>
          <a:xfrm>
            <a:off x="2012825" y="3463275"/>
            <a:ext cx="62004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Interpretation: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ECE ≈ 0:</a:t>
            </a:r>
            <a:r>
              <a:rPr lang="en-GB" sz="1100">
                <a:solidFill>
                  <a:schemeClr val="dk1"/>
                </a:solidFill>
              </a:rPr>
              <a:t> Model is perfectly calibrated → predictions can be trusted.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Higher ECE:</a:t>
            </a:r>
            <a:r>
              <a:rPr lang="en-GB" sz="1100">
                <a:solidFill>
                  <a:schemeClr val="dk1"/>
                </a:solidFill>
              </a:rPr>
              <a:t> Model is miscalibrated → predictions are over- or under-confident.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5"/>
          <p:cNvSpPr txBox="1">
            <a:spLocks noGrp="1"/>
          </p:cNvSpPr>
          <p:nvPr>
            <p:ph type="title"/>
          </p:nvPr>
        </p:nvSpPr>
        <p:spPr>
          <a:xfrm>
            <a:off x="413179" y="273032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D7B62-C778-D2CE-6EB9-C42606340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31" y="1445419"/>
            <a:ext cx="7138737" cy="3487819"/>
          </a:xfrm>
          <a:prstGeom prst="rect">
            <a:avLst/>
          </a:prstGeom>
        </p:spPr>
      </p:pic>
      <p:sp>
        <p:nvSpPr>
          <p:cNvPr id="3" name="Google Shape;611;p47">
            <a:extLst>
              <a:ext uri="{FF2B5EF4-FFF2-40B4-BE49-F238E27FC236}">
                <a16:creationId xmlns:a16="http://schemas.microsoft.com/office/drawing/2014/main" id="{FC254375-AB5B-5E9A-E0DB-1D6FE8A7A60E}"/>
              </a:ext>
            </a:extLst>
          </p:cNvPr>
          <p:cNvSpPr txBox="1">
            <a:spLocks/>
          </p:cNvSpPr>
          <p:nvPr/>
        </p:nvSpPr>
        <p:spPr>
          <a:xfrm>
            <a:off x="2482349" y="788059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dirty="0"/>
              <a:t>Figure:</a:t>
            </a:r>
            <a:r>
              <a:rPr lang="en-US" sz="1000" dirty="0"/>
              <a:t> Top 10 most influential software metrics identified by SHAP for the PC4 as Training dataset and PC1 as Testing dataset using the AdaBoost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/>
          <p:cNvSpPr txBox="1">
            <a:spLocks noGrp="1"/>
          </p:cNvSpPr>
          <p:nvPr>
            <p:ph type="title"/>
          </p:nvPr>
        </p:nvSpPr>
        <p:spPr>
          <a:xfrm>
            <a:off x="421200" y="263925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B7757-0410-947D-5CEE-F62B18F18AE0}"/>
              </a:ext>
            </a:extLst>
          </p:cNvPr>
          <p:cNvSpPr txBox="1"/>
          <p:nvPr/>
        </p:nvSpPr>
        <p:spPr>
          <a:xfrm>
            <a:off x="421200" y="72402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buNone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Current Approach (Generalized Framework)</a:t>
            </a:r>
            <a:endParaRPr lang="en-US" sz="1100" dirty="0">
              <a:latin typeface="Lexend" panose="020B0604020202020204" charset="0"/>
            </a:endParaRPr>
          </a:p>
          <a:p>
            <a:pPr rtl="0">
              <a:spcBef>
                <a:spcPts val="1200"/>
              </a:spcBef>
              <a:buNone/>
            </a:pP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Reliability Metrics:</a:t>
            </a:r>
            <a:r>
              <a:rPr lang="en-US" sz="1100" b="1" dirty="0">
                <a:latin typeface="Lexend" panose="020B0604020202020204" charset="0"/>
              </a:rPr>
              <a:t> 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Generalizability, Concordance, Stability</a:t>
            </a:r>
            <a:endParaRPr lang="en-US" sz="1100" dirty="0">
              <a:latin typeface="Lexend" panose="020B0604020202020204" charset="0"/>
            </a:endParaRPr>
          </a:p>
        </p:txBody>
      </p:sp>
      <p:sp>
        <p:nvSpPr>
          <p:cNvPr id="3" name="Google Shape;611;p47">
            <a:extLst>
              <a:ext uri="{FF2B5EF4-FFF2-40B4-BE49-F238E27FC236}">
                <a16:creationId xmlns:a16="http://schemas.microsoft.com/office/drawing/2014/main" id="{43FD1EC9-F0D9-0E53-6840-6FAD9E7848BE}"/>
              </a:ext>
            </a:extLst>
          </p:cNvPr>
          <p:cNvSpPr txBox="1">
            <a:spLocks/>
          </p:cNvSpPr>
          <p:nvPr/>
        </p:nvSpPr>
        <p:spPr>
          <a:xfrm>
            <a:off x="2482350" y="1572242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 algn="ctr"/>
            <a:r>
              <a:rPr lang="en-US" sz="1000" b="1" dirty="0"/>
              <a:t>Table 5: </a:t>
            </a:r>
            <a:r>
              <a:rPr lang="en-US" sz="1000" dirty="0"/>
              <a:t>Performance evaluation of existing approach using AdaBoost model on software defect prediction datasets, showing mean values across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75FD4-E453-A164-1581-19E16CF31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598" y="2149533"/>
            <a:ext cx="6554804" cy="27300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5947D3C6-D94A-CC16-F95E-E4283CDB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>
            <a:extLst>
              <a:ext uri="{FF2B5EF4-FFF2-40B4-BE49-F238E27FC236}">
                <a16:creationId xmlns:a16="http://schemas.microsoft.com/office/drawing/2014/main" id="{BCC6E0EF-B994-CAC5-30BB-A66CA63631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200" y="265011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B6E23-2317-C735-7960-FA3DB069EC5A}"/>
              </a:ext>
            </a:extLst>
          </p:cNvPr>
          <p:cNvSpPr txBox="1"/>
          <p:nvPr/>
        </p:nvSpPr>
        <p:spPr>
          <a:xfrm>
            <a:off x="421200" y="730631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buNone/>
            </a:pPr>
            <a:r>
              <a:rPr lang="en-US" sz="1100" b="1" dirty="0">
                <a:latin typeface="Lexend" panose="020B0604020202020204" charset="0"/>
              </a:rPr>
              <a:t>Proposed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 Approach (GLR Framework)</a:t>
            </a:r>
            <a:endParaRPr lang="en-US" sz="1100" b="0" dirty="0">
              <a:effectLst/>
              <a:latin typeface="Lexend" panose="020B0604020202020204" charset="0"/>
            </a:endParaRPr>
          </a:p>
          <a:p>
            <a:pPr fontAlgn="base"/>
            <a:endParaRPr lang="en-US" sz="1100" b="1" i="0" u="none" strike="noStrike" dirty="0">
              <a:solidFill>
                <a:srgbClr val="000000"/>
              </a:solidFill>
              <a:effectLst/>
              <a:latin typeface="Lexend" panose="020B0604020202020204" charset="0"/>
            </a:endParaRPr>
          </a:p>
          <a:p>
            <a:pPr fontAlgn="base"/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Reliability Metrics:</a:t>
            </a:r>
            <a:r>
              <a:rPr lang="en-US" sz="1100" b="1" dirty="0">
                <a:latin typeface="Lexend" panose="020B0604020202020204" charset="0"/>
              </a:rPr>
              <a:t> 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exend" panose="020B0604020202020204" charset="0"/>
              </a:rPr>
              <a:t>GLR Mean</a:t>
            </a:r>
            <a:r>
              <a:rPr lang="en-US" sz="1100" dirty="0">
                <a:latin typeface="Lexend" panose="020B0604020202020204" charset="0"/>
              </a:rPr>
              <a:t>, ECE</a:t>
            </a:r>
          </a:p>
          <a:p>
            <a:pPr rtl="0" fontAlgn="base">
              <a:spcBef>
                <a:spcPts val="1200"/>
              </a:spcBef>
            </a:pPr>
            <a:endParaRPr lang="en-US" sz="1100" dirty="0">
              <a:latin typeface="Lexend" panose="020B0604020202020204" charset="0"/>
            </a:endParaRPr>
          </a:p>
        </p:txBody>
      </p:sp>
      <p:sp>
        <p:nvSpPr>
          <p:cNvPr id="3" name="Google Shape;611;p47">
            <a:extLst>
              <a:ext uri="{FF2B5EF4-FFF2-40B4-BE49-F238E27FC236}">
                <a16:creationId xmlns:a16="http://schemas.microsoft.com/office/drawing/2014/main" id="{B68E8B97-6FF8-8924-C0E3-802987F933A6}"/>
              </a:ext>
            </a:extLst>
          </p:cNvPr>
          <p:cNvSpPr txBox="1">
            <a:spLocks/>
          </p:cNvSpPr>
          <p:nvPr/>
        </p:nvSpPr>
        <p:spPr>
          <a:xfrm>
            <a:off x="2567082" y="1549029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 algn="ctr"/>
            <a:r>
              <a:rPr lang="en-US" sz="1000" b="1" dirty="0"/>
              <a:t>Table 5: </a:t>
            </a:r>
            <a:r>
              <a:rPr lang="en-US" sz="1000" dirty="0"/>
              <a:t>Performance evaluation of proposed approach using AdaBoost model on software defect prediction datasets, showing mean values across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C0DFC-8D65-183C-8D0F-5FC03B81D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99" y="2221011"/>
            <a:ext cx="7565366" cy="262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53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7672A376-7EFF-580E-AD3E-541A0753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>
            <a:extLst>
              <a:ext uri="{FF2B5EF4-FFF2-40B4-BE49-F238E27FC236}">
                <a16:creationId xmlns:a16="http://schemas.microsoft.com/office/drawing/2014/main" id="{C94076E8-8132-6B8E-5EDF-280AC04D0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200" y="489600"/>
            <a:ext cx="46692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Results Overview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1A01E-E106-2FAA-FD8A-3FCE8461CCAD}"/>
                  </a:ext>
                </a:extLst>
              </p:cNvPr>
              <p:cNvSpPr txBox="1"/>
              <p:nvPr/>
            </p:nvSpPr>
            <p:spPr>
              <a:xfrm>
                <a:off x="421200" y="1003347"/>
                <a:ext cx="703035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3">
                  <a:spcBef>
                    <a:spcPts val="1200"/>
                  </a:spcBef>
                </a:pPr>
                <a:r>
                  <a:rPr lang="en-US" sz="1100" dirty="0">
                    <a:latin typeface="Lexend" panose="020B0604020202020204" charset="0"/>
                  </a:rPr>
                  <a:t>The </a:t>
                </a:r>
                <a:r>
                  <a:rPr lang="en-US" sz="1100" b="1" dirty="0">
                    <a:latin typeface="Lexend" panose="020B0604020202020204" charset="0"/>
                  </a:rPr>
                  <a:t>Wilcoxon Signed-Rank test</a:t>
                </a:r>
                <a:r>
                  <a:rPr lang="en-US" sz="1100" dirty="0">
                    <a:latin typeface="Lexend" panose="020B0604020202020204" charset="0"/>
                  </a:rPr>
                  <a:t> revealed a significant difference between the baseline and proposed reliability approaches, with most models showing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≤0.05</m:t>
                    </m:r>
                  </m:oMath>
                </a14:m>
                <a:r>
                  <a:rPr lang="en-US" sz="1100" dirty="0">
                    <a:latin typeface="Lexend" panose="020B0604020202020204" charset="0"/>
                  </a:rPr>
                  <a:t>.</a:t>
                </a:r>
              </a:p>
              <a:p>
                <a:pPr lvl="3">
                  <a:spcBef>
                    <a:spcPts val="1200"/>
                  </a:spcBef>
                </a:pPr>
                <a:r>
                  <a:rPr lang="en-US" sz="1100" dirty="0">
                    <a:latin typeface="Lexend" panose="020B0604020202020204" charset="0"/>
                  </a:rPr>
                  <a:t>Overall, the proposed framework demonstrated statistically consistent reliability improvements across models.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1A01E-E106-2FAA-FD8A-3FCE8461C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00" y="1003347"/>
                <a:ext cx="7030358" cy="923330"/>
              </a:xfrm>
              <a:prstGeom prst="rect">
                <a:avLst/>
              </a:prstGeom>
              <a:blipFill>
                <a:blip r:embed="rId3"/>
                <a:stretch>
                  <a:fillRect b="-4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7EBD8B0-DC89-D828-0276-F047A7FF8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00" y="2571750"/>
            <a:ext cx="6649453" cy="233106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6D96C16-E685-B7B6-0E7E-859871E2F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722" y="966894"/>
            <a:ext cx="183075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Wmin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​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: Wilcoxon test statistic used for decision —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Wmin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=min⁡(W+,W−).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W+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: Sum of ranks of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positive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 differences (cases where Proposed &gt; Baseline).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W−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: Sum of ranks of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negative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 differences (cases where Proposed &lt; Baseline).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Ws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​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: Signed rank sum / direction indicator, sign shows which method is better overall.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p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: p-value from the Wilcoxon signed-rank test (often reported as one-sided depending on your setup).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p2s​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: Two-sided p-value (tests for any difference, regardless of direction).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Sig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: Significance flag (True if p2s​ ≤ α, else False).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xend" panose="020B0604020202020204" charset="0"/>
              </a:rPr>
              <a:t>: Effect size / direction summary (positive → Proposed better, negative → Baseline better; magnitude indicates strength).</a:t>
            </a:r>
          </a:p>
        </p:txBody>
      </p:sp>
      <p:sp>
        <p:nvSpPr>
          <p:cNvPr id="2" name="Google Shape;611;p47">
            <a:extLst>
              <a:ext uri="{FF2B5EF4-FFF2-40B4-BE49-F238E27FC236}">
                <a16:creationId xmlns:a16="http://schemas.microsoft.com/office/drawing/2014/main" id="{25FD796F-6EA4-F372-0698-45F2FCAB5488}"/>
              </a:ext>
            </a:extLst>
          </p:cNvPr>
          <p:cNvSpPr txBox="1">
            <a:spLocks/>
          </p:cNvSpPr>
          <p:nvPr/>
        </p:nvSpPr>
        <p:spPr>
          <a:xfrm>
            <a:off x="1656276" y="1938776"/>
            <a:ext cx="41793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 algn="ctr"/>
            <a:r>
              <a:rPr lang="en-US" sz="1000" b="1" dirty="0"/>
              <a:t>Table 5: </a:t>
            </a:r>
            <a:r>
              <a:rPr lang="en-US" sz="1000" dirty="0"/>
              <a:t>Wilcoxon Signed-Rank (WSR) Test Results Comparing </a:t>
            </a:r>
            <a:r>
              <a:rPr lang="en-US" sz="1000" b="1" dirty="0"/>
              <a:t>Reliability Scores </a:t>
            </a:r>
            <a:r>
              <a:rPr lang="en-US" sz="1000" dirty="0"/>
              <a:t>of Current and Proposed Approaches on Cross Project Datasets using </a:t>
            </a:r>
            <a:r>
              <a:rPr lang="en-US" sz="1000" b="1" dirty="0"/>
              <a:t>AdaBoost</a:t>
            </a:r>
            <a:r>
              <a:rPr lang="en-US" sz="1000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115267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67CABED4-6E04-A6C1-6822-65087A57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7">
            <a:extLst>
              <a:ext uri="{FF2B5EF4-FFF2-40B4-BE49-F238E27FC236}">
                <a16:creationId xmlns:a16="http://schemas.microsoft.com/office/drawing/2014/main" id="{A8C62664-F904-5ADF-BCA3-48B6112F74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275" y="867025"/>
            <a:ext cx="69741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dirty="0"/>
              <a:t>Conclusion</a:t>
            </a:r>
            <a:endParaRPr dirty="0"/>
          </a:p>
        </p:txBody>
      </p:sp>
      <p:sp>
        <p:nvSpPr>
          <p:cNvPr id="681" name="Google Shape;681;p57">
            <a:extLst>
              <a:ext uri="{FF2B5EF4-FFF2-40B4-BE49-F238E27FC236}">
                <a16:creationId xmlns:a16="http://schemas.microsoft.com/office/drawing/2014/main" id="{A6C60324-8672-B3A7-A1B2-976C22CAEE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8275" y="1589800"/>
            <a:ext cx="8067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Bef>
                <a:spcPts val="1200"/>
              </a:spcBef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  <a:latin typeface="Lexend" panose="020B0604020202020204" charset="0"/>
                <a:ea typeface="Arial"/>
                <a:cs typeface="Arial"/>
                <a:sym typeface="Arial"/>
              </a:rPr>
              <a:t>Across 64 model–dataset combinations, the proposed framework achieved a statistically significant improvement (WSR, p &lt; 0.05), validating reliability enhancement.”</a:t>
            </a:r>
          </a:p>
          <a:p>
            <a:pPr marL="171450" indent="-171450">
              <a:spcBef>
                <a:spcPts val="1200"/>
              </a:spcBef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  <a:latin typeface="Lexend" panose="020B0604020202020204" charset="0"/>
                <a:ea typeface="Arial"/>
                <a:cs typeface="Arial"/>
                <a:sym typeface="Arial"/>
              </a:rPr>
              <a:t>The reliability score reached 0.83 on average, with improved calibration (ECE ≈ 0.07) and strong behavioral alignment (Hit@10 ≈ 1.00).</a:t>
            </a:r>
          </a:p>
          <a:p>
            <a:pPr marL="171450" indent="-171450">
              <a:spcBef>
                <a:spcPts val="1200"/>
              </a:spcBef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  <a:latin typeface="Lexend" panose="020B0604020202020204" charset="0"/>
                <a:ea typeface="Arial"/>
                <a:cs typeface="Arial"/>
                <a:sym typeface="Arial"/>
              </a:rPr>
              <a:t>In cross-project settings, significant reliability gains were observed in multiple dataset pairs (p = 0.0313), confirming robustness under domain shift.</a:t>
            </a:r>
            <a:endParaRPr dirty="0">
              <a:solidFill>
                <a:schemeClr val="dk1"/>
              </a:solidFill>
              <a:latin typeface="Lexend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7">
            <a:extLst>
              <a:ext uri="{FF2B5EF4-FFF2-40B4-BE49-F238E27FC236}">
                <a16:creationId xmlns:a16="http://schemas.microsoft.com/office/drawing/2014/main" id="{1DA3229E-44B3-7E4E-218C-CDFF42B13ECD}"/>
              </a:ext>
            </a:extLst>
          </p:cNvPr>
          <p:cNvSpPr txBox="1"/>
          <p:nvPr/>
        </p:nvSpPr>
        <p:spPr>
          <a:xfrm>
            <a:off x="5044500" y="1136300"/>
            <a:ext cx="348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endParaRPr sz="11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  <p:extLst>
      <p:ext uri="{BB962C8B-B14F-4D97-AF65-F5344CB8AC3E}">
        <p14:creationId xmlns:p14="http://schemas.microsoft.com/office/powerpoint/2010/main" val="2147452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9"/>
          <p:cNvSpPr txBox="1">
            <a:spLocks noGrp="1"/>
          </p:cNvSpPr>
          <p:nvPr>
            <p:ph type="title"/>
          </p:nvPr>
        </p:nvSpPr>
        <p:spPr>
          <a:xfrm>
            <a:off x="631125" y="315400"/>
            <a:ext cx="70881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dirty="0"/>
              <a:t>References:</a:t>
            </a:r>
            <a:endParaRPr dirty="0"/>
          </a:p>
        </p:txBody>
      </p:sp>
      <p:sp>
        <p:nvSpPr>
          <p:cNvPr id="696" name="Google Shape;696;p59"/>
          <p:cNvSpPr txBox="1"/>
          <p:nvPr/>
        </p:nvSpPr>
        <p:spPr>
          <a:xfrm>
            <a:off x="460949" y="862600"/>
            <a:ext cx="7792713" cy="399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IN" sz="1100" b="1" dirty="0"/>
              <a:t>Haldar, S., &amp; </a:t>
            </a:r>
            <a:r>
              <a:rPr lang="en-IN" sz="1100" b="1" dirty="0" err="1"/>
              <a:t>Capretz</a:t>
            </a:r>
            <a:r>
              <a:rPr lang="en-IN" sz="1100" b="1" dirty="0"/>
              <a:t>, L. F.</a:t>
            </a:r>
            <a:br>
              <a:rPr lang="en-IN" sz="1100" dirty="0"/>
            </a:br>
            <a:r>
              <a:rPr lang="en-IN" sz="1100" b="1" dirty="0"/>
              <a:t>"Explainable Software Defect Prediction from Cross Company Project Metrics Using Machine Learning."</a:t>
            </a:r>
            <a:br>
              <a:rPr lang="en-IN" sz="1100" dirty="0"/>
            </a:br>
            <a:r>
              <a:rPr lang="en-IN" sz="1100" i="1" dirty="0"/>
              <a:t>Proceedings of the 7th International Conference on Intelligent Computing and Control Systems (ICICCS)</a:t>
            </a:r>
            <a:r>
              <a:rPr lang="en-IN" sz="1100" dirty="0"/>
              <a:t>, Madurai, India, pp. 150–157, May 2023.</a:t>
            </a:r>
            <a:endParaRPr lang="en-IN" sz="1100" dirty="0">
              <a:solidFill>
                <a:schemeClr val="dk1"/>
              </a:solidFill>
            </a:endParaRP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Char char="●"/>
            </a:pPr>
            <a:r>
              <a:rPr lang="en-IN" sz="1100" dirty="0" err="1">
                <a:solidFill>
                  <a:schemeClr val="dk1"/>
                </a:solidFill>
              </a:rPr>
              <a:t>Ketata</a:t>
            </a:r>
            <a:r>
              <a:rPr lang="en-IN" sz="1100" dirty="0">
                <a:solidFill>
                  <a:schemeClr val="dk1"/>
                </a:solidFill>
              </a:rPr>
              <a:t>, F., Al Masry, Z., Yacoub, S., &amp; Zerhouni, N.</a:t>
            </a:r>
            <a:br>
              <a:rPr lang="en-IN" sz="1100" dirty="0">
                <a:solidFill>
                  <a:schemeClr val="dk1"/>
                </a:solidFill>
              </a:rPr>
            </a:br>
            <a:r>
              <a:rPr lang="en-IN" sz="1100" dirty="0">
                <a:solidFill>
                  <a:schemeClr val="dk1"/>
                </a:solidFill>
              </a:rPr>
              <a:t> </a:t>
            </a:r>
            <a:r>
              <a:rPr lang="en-IN" sz="1100" b="1" dirty="0">
                <a:solidFill>
                  <a:schemeClr val="dk1"/>
                </a:solidFill>
              </a:rPr>
              <a:t>"A Methodology for Reliability Analysis of Explainable Machine Learning: Application to Endocrinology Diseases."</a:t>
            </a:r>
            <a:br>
              <a:rPr lang="en-IN" sz="1100" b="1" dirty="0">
                <a:solidFill>
                  <a:schemeClr val="dk1"/>
                </a:solidFill>
              </a:rPr>
            </a:br>
            <a:r>
              <a:rPr lang="en-IN" sz="1100" dirty="0">
                <a:solidFill>
                  <a:schemeClr val="dk1"/>
                </a:solidFill>
              </a:rPr>
              <a:t> </a:t>
            </a:r>
            <a:r>
              <a:rPr lang="en-IN" sz="1100" i="1" dirty="0">
                <a:solidFill>
                  <a:schemeClr val="dk1"/>
                </a:solidFill>
              </a:rPr>
              <a:t>IEEE Access</a:t>
            </a:r>
            <a:r>
              <a:rPr lang="en-IN" sz="1100" dirty="0">
                <a:solidFill>
                  <a:schemeClr val="dk1"/>
                </a:solidFill>
              </a:rPr>
              <a:t>, 2024. DOI: 10.1109/ACCESS.2024.3431691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Lin, A., Fang, T., Yao, J., &amp; Xu, B.</a:t>
            </a:r>
            <a:br>
              <a:rPr lang="en-GB" sz="1100" dirty="0">
                <a:solidFill>
                  <a:schemeClr val="dk1"/>
                </a:solidFill>
              </a:rPr>
            </a:b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b="1" dirty="0">
                <a:solidFill>
                  <a:schemeClr val="dk1"/>
                </a:solidFill>
              </a:rPr>
              <a:t>"Understanding Software Defect Prediction Through </a:t>
            </a:r>
            <a:r>
              <a:rPr lang="en-GB" sz="1100" b="1" dirty="0" err="1">
                <a:solidFill>
                  <a:schemeClr val="dk1"/>
                </a:solidFill>
              </a:rPr>
              <a:t>eXplainable</a:t>
            </a:r>
            <a:r>
              <a:rPr lang="en-GB" sz="1100" b="1" dirty="0">
                <a:solidFill>
                  <a:schemeClr val="dk1"/>
                </a:solidFill>
              </a:rPr>
              <a:t> Neural Additive Models."</a:t>
            </a:r>
            <a:br>
              <a:rPr lang="en-GB" sz="1100" b="1" dirty="0">
                <a:solidFill>
                  <a:schemeClr val="dk1"/>
                </a:solidFill>
              </a:rPr>
            </a:b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i="1" dirty="0" err="1">
                <a:solidFill>
                  <a:schemeClr val="dk1"/>
                </a:solidFill>
              </a:rPr>
              <a:t>arXiv</a:t>
            </a:r>
            <a:r>
              <a:rPr lang="en-GB" sz="1100" i="1" dirty="0">
                <a:solidFill>
                  <a:schemeClr val="dk1"/>
                </a:solidFill>
              </a:rPr>
              <a:t> preprint</a:t>
            </a:r>
            <a:r>
              <a:rPr lang="en-GB" sz="1100" dirty="0">
                <a:solidFill>
                  <a:schemeClr val="dk1"/>
                </a:solidFill>
              </a:rPr>
              <a:t>, arXiv:2306.08655, 2023.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Zhang, Y., Zhang, Y., Huang, Y., &amp; Chen, G.</a:t>
            </a:r>
            <a:br>
              <a:rPr lang="en-GB" sz="1100" dirty="0">
                <a:solidFill>
                  <a:schemeClr val="dk1"/>
                </a:solidFill>
              </a:rPr>
            </a:b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b="1" dirty="0">
                <a:solidFill>
                  <a:schemeClr val="dk1"/>
                </a:solidFill>
              </a:rPr>
              <a:t>"Software Defects Identification: Results Using Machine Learning and Explainable Artificial Intelligence Techniques."</a:t>
            </a:r>
            <a:br>
              <a:rPr lang="en-GB" sz="1100" b="1" dirty="0">
                <a:solidFill>
                  <a:schemeClr val="dk1"/>
                </a:solidFill>
              </a:rPr>
            </a:b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i="1" dirty="0">
                <a:solidFill>
                  <a:schemeClr val="dk1"/>
                </a:solidFill>
              </a:rPr>
              <a:t>Journal of Systems and Software Engineering</a:t>
            </a:r>
            <a:r>
              <a:rPr lang="en-GB" sz="1100" dirty="0">
                <a:solidFill>
                  <a:schemeClr val="dk1"/>
                </a:solidFill>
              </a:rPr>
              <a:t>, 2024.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Yao, J., Lin, A., Chen, G., &amp; Fang, T.</a:t>
            </a:r>
            <a:br>
              <a:rPr lang="en-GB" sz="1100" dirty="0">
                <a:solidFill>
                  <a:schemeClr val="dk1"/>
                </a:solidFill>
              </a:rPr>
            </a:b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b="1" dirty="0">
                <a:solidFill>
                  <a:schemeClr val="dk1"/>
                </a:solidFill>
              </a:rPr>
              <a:t>"Towards Trustworthy Explainable AI for Software Defect Prediction."</a:t>
            </a:r>
            <a:br>
              <a:rPr lang="en-GB" sz="1100" b="1" dirty="0">
                <a:solidFill>
                  <a:schemeClr val="dk1"/>
                </a:solidFill>
              </a:rPr>
            </a:b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i="1" dirty="0">
                <a:solidFill>
                  <a:schemeClr val="dk1"/>
                </a:solidFill>
              </a:rPr>
              <a:t>Proceedings of the IEEE International Conference on Software Engineering (ICSE)</a:t>
            </a:r>
            <a:r>
              <a:rPr lang="en-GB" sz="1100" dirty="0">
                <a:solidFill>
                  <a:schemeClr val="dk1"/>
                </a:solidFill>
              </a:rPr>
              <a:t>, 2024. </a:t>
            </a:r>
            <a:endParaRPr sz="11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0"/>
          <p:cNvSpPr txBox="1">
            <a:spLocks noGrp="1"/>
          </p:cNvSpPr>
          <p:nvPr>
            <p:ph type="title"/>
          </p:nvPr>
        </p:nvSpPr>
        <p:spPr>
          <a:xfrm>
            <a:off x="1195475" y="1234350"/>
            <a:ext cx="59310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3500"/>
              <a:t>Thank You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S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5E3FF"/>
      </a:accent1>
      <a:accent2>
        <a:srgbClr val="858EFF"/>
      </a:accent2>
      <a:accent3>
        <a:srgbClr val="FFB093"/>
      </a:accent3>
      <a:accent4>
        <a:srgbClr val="F3F3F3"/>
      </a:accent4>
      <a:accent5>
        <a:srgbClr val="FF0000"/>
      </a:accent5>
      <a:accent6>
        <a:srgbClr val="EEFF41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2076</Words>
  <Application>Microsoft Office PowerPoint</Application>
  <PresentationFormat>On-screen Show (16:9)</PresentationFormat>
  <Paragraphs>229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Hanken Grotesk</vt:lpstr>
      <vt:lpstr>Cambria Math</vt:lpstr>
      <vt:lpstr>Cambria</vt:lpstr>
      <vt:lpstr>Arial</vt:lpstr>
      <vt:lpstr>Lexend SemiBold</vt:lpstr>
      <vt:lpstr>Lexend</vt:lpstr>
      <vt:lpstr>Work Sans SemiBold</vt:lpstr>
      <vt:lpstr>Lexend Light</vt:lpstr>
      <vt:lpstr>Clean Slate</vt:lpstr>
      <vt:lpstr>PowerPoint Presentation</vt:lpstr>
      <vt:lpstr>Scope of the Project</vt:lpstr>
      <vt:lpstr>Introduction to Explainable AI with a Focus on Reliability</vt:lpstr>
      <vt:lpstr>Introduction to Explainable AI with a Focus on Reliability</vt:lpstr>
      <vt:lpstr>Introduction to Explainable AI with a Focus on Reliability</vt:lpstr>
      <vt:lpstr>Problem Statement </vt:lpstr>
      <vt:lpstr>Data Collection</vt:lpstr>
      <vt:lpstr>Cross Project Datasets  Combinations</vt:lpstr>
      <vt:lpstr>Proposed Solution Overview</vt:lpstr>
      <vt:lpstr>Proposed Solution Overview</vt:lpstr>
      <vt:lpstr>Proposed Solution Overview</vt:lpstr>
      <vt:lpstr>Proposed Solution Overview</vt:lpstr>
      <vt:lpstr>Proposed Solution Overview</vt:lpstr>
      <vt:lpstr>Results Overview</vt:lpstr>
      <vt:lpstr>Results Overview</vt:lpstr>
      <vt:lpstr>Results Overview</vt:lpstr>
      <vt:lpstr>Results Overview</vt:lpstr>
      <vt:lpstr>Conclusion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Udit Jain</cp:lastModifiedBy>
  <cp:revision>25</cp:revision>
  <dcterms:modified xsi:type="dcterms:W3CDTF">2026-04-27T07:25:44Z</dcterms:modified>
</cp:coreProperties>
</file>