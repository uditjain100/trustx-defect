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4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81" r:id="rId9"/>
    <p:sldId id="266" r:id="rId10"/>
    <p:sldId id="267" r:id="rId11"/>
    <p:sldId id="268" r:id="rId12"/>
    <p:sldId id="269" r:id="rId13"/>
    <p:sldId id="270" r:id="rId14"/>
    <p:sldId id="273" r:id="rId15"/>
    <p:sldId id="274" r:id="rId16"/>
    <p:sldId id="279" r:id="rId17"/>
    <p:sldId id="280" r:id="rId18"/>
    <p:sldId id="275" r:id="rId19"/>
    <p:sldId id="276" r:id="rId20"/>
    <p:sldId id="277" r:id="rId21"/>
    <p:sldId id="278" r:id="rId22"/>
  </p:sldIdLst>
  <p:sldSz cx="9144000" cy="5143500" type="screen16x9"/>
  <p:notesSz cx="6858000" cy="9144000"/>
  <p:embeddedFontLst>
    <p:embeddedFont>
      <p:font typeface="Cambria" panose="02040503050406030204" pitchFamily="18" charset="0"/>
      <p:regular r:id="rId24"/>
      <p:bold r:id="rId25"/>
      <p:italic r:id="rId26"/>
      <p:boldItalic r:id="rId27"/>
    </p:embeddedFont>
    <p:embeddedFont>
      <p:font typeface="Cambria Math" panose="02040503050406030204" pitchFamily="18" charset="0"/>
      <p:regular r:id="rId28"/>
    </p:embeddedFont>
    <p:embeddedFont>
      <p:font typeface="Hanken Grotesk" panose="020B0604020202020204" charset="0"/>
      <p:regular r:id="rId29"/>
      <p:bold r:id="rId30"/>
      <p:italic r:id="rId31"/>
      <p:boldItalic r:id="rId32"/>
    </p:embeddedFont>
    <p:embeddedFont>
      <p:font typeface="Lexend" panose="020B0604020202020204" charset="0"/>
      <p:regular r:id="rId33"/>
      <p:bold r:id="rId34"/>
    </p:embeddedFont>
    <p:embeddedFont>
      <p:font typeface="Lexend Light" panose="020B0604020202020204" charset="0"/>
      <p:regular r:id="rId35"/>
      <p:bold r:id="rId36"/>
    </p:embeddedFont>
    <p:embeddedFont>
      <p:font typeface="Lexend SemiBold" panose="020B0604020202020204" charset="0"/>
      <p:regular r:id="rId37"/>
      <p:bold r:id="rId38"/>
    </p:embeddedFont>
    <p:embeddedFont>
      <p:font typeface="Work Sans SemiBold" pitchFamily="2" charset="0"/>
      <p:regular r:id="rId39"/>
      <p:bold r:id="rId40"/>
      <p:italic r:id="rId41"/>
      <p:boldItalic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8DB28E6-07B8-43B4-94E9-65CDF57FDC44}">
  <a:tblStyle styleId="{08DB28E6-07B8-43B4-94E9-65CDF57FDC4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351" y="5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9" Type="http://schemas.openxmlformats.org/officeDocument/2006/relationships/font" Target="fonts/font16.fntdata"/><Relationship Id="rId21" Type="http://schemas.openxmlformats.org/officeDocument/2006/relationships/slide" Target="slides/slide20.xml"/><Relationship Id="rId34" Type="http://schemas.openxmlformats.org/officeDocument/2006/relationships/font" Target="fonts/font11.fntdata"/><Relationship Id="rId42" Type="http://schemas.openxmlformats.org/officeDocument/2006/relationships/font" Target="fonts/font19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37" Type="http://schemas.openxmlformats.org/officeDocument/2006/relationships/font" Target="fonts/font14.fntdata"/><Relationship Id="rId40" Type="http://schemas.openxmlformats.org/officeDocument/2006/relationships/font" Target="fonts/font17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font" Target="fonts/font1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font" Target="fonts/font12.fntdata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font" Target="fonts/font10.fntdata"/><Relationship Id="rId38" Type="http://schemas.openxmlformats.org/officeDocument/2006/relationships/font" Target="fonts/font15.fntdata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1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8" name="Google Shape;548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3" name="Google Shape;55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0" name="Google Shape;56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8187ccf03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7" name="Google Shape;567;g38187ccf03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8187ccf034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74" name="Google Shape;574;g38187ccf034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0" name="Google Shape;58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3809512a577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4" name="Google Shape;604;g3809512a577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>
          <a:extLst>
            <a:ext uri="{FF2B5EF4-FFF2-40B4-BE49-F238E27FC236}">
              <a16:creationId xmlns:a16="http://schemas.microsoft.com/office/drawing/2014/main" id="{7F8DB597-2C46-C323-A8B6-7E56EBB06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3809512a577_0_50:notes">
            <a:extLst>
              <a:ext uri="{FF2B5EF4-FFF2-40B4-BE49-F238E27FC236}">
                <a16:creationId xmlns:a16="http://schemas.microsoft.com/office/drawing/2014/main" id="{0725C03C-587E-0303-618D-A2D17F7712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4" name="Google Shape;604;g3809512a577_0_50:notes">
            <a:extLst>
              <a:ext uri="{FF2B5EF4-FFF2-40B4-BE49-F238E27FC236}">
                <a16:creationId xmlns:a16="http://schemas.microsoft.com/office/drawing/2014/main" id="{0962A16C-EDDF-FAD9-2777-FA5E04232E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22026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5" name="Google Shape;61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g38187ccf034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2" name="Google Shape;622;g38187ccf034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g38187ccf034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9" name="Google Shape;629;g38187ccf034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g38187ccf034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37" name="Google Shape;637;g38187ccf034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8187ccf034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4" name="Google Shape;644;g38187ccf034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5" name="Google Shape;665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g38187ccf034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g38187ccf034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>
          <a:extLst>
            <a:ext uri="{FF2B5EF4-FFF2-40B4-BE49-F238E27FC236}">
              <a16:creationId xmlns:a16="http://schemas.microsoft.com/office/drawing/2014/main" id="{0827013A-B592-5DA2-B8D0-D28051EBF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g38187ccf034_0_15:notes">
            <a:extLst>
              <a:ext uri="{FF2B5EF4-FFF2-40B4-BE49-F238E27FC236}">
                <a16:creationId xmlns:a16="http://schemas.microsoft.com/office/drawing/2014/main" id="{58C8A10E-4A28-DB16-D3B4-2E4E6C8C94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g38187ccf034_0_15:notes">
            <a:extLst>
              <a:ext uri="{FF2B5EF4-FFF2-40B4-BE49-F238E27FC236}">
                <a16:creationId xmlns:a16="http://schemas.microsoft.com/office/drawing/2014/main" id="{7F07544C-CF3F-480B-2134-2F3A005568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38740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>
          <a:extLst>
            <a:ext uri="{FF2B5EF4-FFF2-40B4-BE49-F238E27FC236}">
              <a16:creationId xmlns:a16="http://schemas.microsoft.com/office/drawing/2014/main" id="{24DD6FC8-7BFC-55F4-657F-5317469EC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g38187ccf034_0_15:notes">
            <a:extLst>
              <a:ext uri="{FF2B5EF4-FFF2-40B4-BE49-F238E27FC236}">
                <a16:creationId xmlns:a16="http://schemas.microsoft.com/office/drawing/2014/main" id="{8F11D985-0867-6716-34FE-A0499DEB65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g38187ccf034_0_15:notes">
            <a:extLst>
              <a:ext uri="{FF2B5EF4-FFF2-40B4-BE49-F238E27FC236}">
                <a16:creationId xmlns:a16="http://schemas.microsoft.com/office/drawing/2014/main" id="{F93DE961-0D71-1F0B-CC49-C1E909F6A3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427936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g38187ccf034_0_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8" name="Google Shape;678;g38187ccf034_0_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g38187ccf034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6" name="Google Shape;686;g38187ccf034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g38187ccf034_0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3" name="Google Shape;693;g38187ccf034_0_1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9" name="Google Shape;699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Paragraph v1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title"/>
          </p:nvPr>
        </p:nvSpPr>
        <p:spPr>
          <a:xfrm>
            <a:off x="658800" y="1170000"/>
            <a:ext cx="63648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body" idx="1"/>
          </p:nvPr>
        </p:nvSpPr>
        <p:spPr>
          <a:xfrm>
            <a:off x="658800" y="1717200"/>
            <a:ext cx="6364800" cy="2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7022926" y="747190"/>
            <a:ext cx="2121000" cy="2111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6272518" y="3"/>
            <a:ext cx="750600" cy="747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2"/>
          <p:cNvSpPr/>
          <p:nvPr/>
        </p:nvSpPr>
        <p:spPr>
          <a:xfrm>
            <a:off x="0" y="4488238"/>
            <a:ext cx="657900" cy="654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Bullet Points v1 No Image">
  <p:cSld name="SECTION_TITLE_AND_DESCRIPTION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8" name="Google Shape;18;p3"/>
          <p:cNvSpPr/>
          <p:nvPr/>
        </p:nvSpPr>
        <p:spPr>
          <a:xfrm rot="10800000">
            <a:off x="7149000" y="3157200"/>
            <a:ext cx="1465200" cy="145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3"/>
          <p:cNvSpPr/>
          <p:nvPr/>
        </p:nvSpPr>
        <p:spPr>
          <a:xfrm rot="10800000">
            <a:off x="8614199" y="4615801"/>
            <a:ext cx="529800" cy="527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3"/>
          <p:cNvSpPr/>
          <p:nvPr/>
        </p:nvSpPr>
        <p:spPr>
          <a:xfrm rot="10800000">
            <a:off x="445974" y="1"/>
            <a:ext cx="529800" cy="5277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388800" y="810000"/>
            <a:ext cx="6757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body" idx="1"/>
          </p:nvPr>
        </p:nvSpPr>
        <p:spPr>
          <a:xfrm>
            <a:off x="388800" y="1357200"/>
            <a:ext cx="6757200" cy="29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Bullet Points v1">
  <p:cSld name="CAPTION_ONL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5" name="Google Shape;25;p4"/>
          <p:cNvSpPr>
            <a:spLocks noGrp="1"/>
          </p:cNvSpPr>
          <p:nvPr>
            <p:ph type="pic" idx="2"/>
          </p:nvPr>
        </p:nvSpPr>
        <p:spPr>
          <a:xfrm>
            <a:off x="5234400" y="0"/>
            <a:ext cx="3909600" cy="514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6" name="Google Shape;26;p4"/>
          <p:cNvSpPr/>
          <p:nvPr/>
        </p:nvSpPr>
        <p:spPr>
          <a:xfrm>
            <a:off x="4458025" y="1"/>
            <a:ext cx="777300" cy="773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0" y="4008099"/>
            <a:ext cx="1140600" cy="113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4"/>
          <p:cNvSpPr/>
          <p:nvPr/>
        </p:nvSpPr>
        <p:spPr>
          <a:xfrm rot="10800000">
            <a:off x="1140825" y="3766299"/>
            <a:ext cx="242400" cy="241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421200" y="489600"/>
            <a:ext cx="4669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1"/>
          </p:nvPr>
        </p:nvSpPr>
        <p:spPr>
          <a:xfrm>
            <a:off x="421200" y="1136291"/>
            <a:ext cx="4669200" cy="3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2 columns v1 Image">
  <p:cSld name="MAIN_POIN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3" name="Google Shape;33;p5"/>
          <p:cNvSpPr>
            <a:spLocks noGrp="1"/>
          </p:cNvSpPr>
          <p:nvPr>
            <p:ph type="pic" idx="2"/>
          </p:nvPr>
        </p:nvSpPr>
        <p:spPr>
          <a:xfrm>
            <a:off x="448575" y="1277400"/>
            <a:ext cx="1827000" cy="1113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  <p:cxnSp>
        <p:nvCxnSpPr>
          <p:cNvPr id="34" name="Google Shape;34;p5"/>
          <p:cNvCxnSpPr/>
          <p:nvPr/>
        </p:nvCxnSpPr>
        <p:spPr>
          <a:xfrm>
            <a:off x="2792132" y="2485581"/>
            <a:ext cx="59661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" name="Google Shape;35;p5"/>
          <p:cNvSpPr/>
          <p:nvPr/>
        </p:nvSpPr>
        <p:spPr>
          <a:xfrm>
            <a:off x="2578025" y="4009976"/>
            <a:ext cx="777300" cy="773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/>
          <p:nvPr/>
        </p:nvSpPr>
        <p:spPr>
          <a:xfrm>
            <a:off x="1" y="737580"/>
            <a:ext cx="375300" cy="37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2793600" y="414000"/>
            <a:ext cx="5965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subTitle" idx="1"/>
          </p:nvPr>
        </p:nvSpPr>
        <p:spPr>
          <a:xfrm>
            <a:off x="2732400" y="1252800"/>
            <a:ext cx="5983200" cy="43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3"/>
          </p:nvPr>
        </p:nvSpPr>
        <p:spPr>
          <a:xfrm>
            <a:off x="2732400" y="1652400"/>
            <a:ext cx="5983200" cy="7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subTitle" idx="4"/>
          </p:nvPr>
        </p:nvSpPr>
        <p:spPr>
          <a:xfrm>
            <a:off x="2732400" y="2754000"/>
            <a:ext cx="5983200" cy="43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5"/>
          </p:nvPr>
        </p:nvSpPr>
        <p:spPr>
          <a:xfrm>
            <a:off x="2732400" y="3153600"/>
            <a:ext cx="5983200" cy="7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>
            <a:spLocks noGrp="1"/>
          </p:cNvSpPr>
          <p:nvPr>
            <p:ph type="pic" idx="6"/>
          </p:nvPr>
        </p:nvSpPr>
        <p:spPr>
          <a:xfrm>
            <a:off x="448575" y="2754000"/>
            <a:ext cx="1827000" cy="1113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3 paragraphs" type="tx">
  <p:cSld name="TITLE_AND_BOD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5" name="Google Shape;45;p6"/>
          <p:cNvSpPr/>
          <p:nvPr/>
        </p:nvSpPr>
        <p:spPr>
          <a:xfrm>
            <a:off x="2" y="4213208"/>
            <a:ext cx="934800" cy="930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6"/>
          <p:cNvSpPr/>
          <p:nvPr/>
        </p:nvSpPr>
        <p:spPr>
          <a:xfrm>
            <a:off x="7486627" y="319958"/>
            <a:ext cx="934800" cy="930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6"/>
          <p:cNvSpPr/>
          <p:nvPr/>
        </p:nvSpPr>
        <p:spPr>
          <a:xfrm>
            <a:off x="8421426" y="1250255"/>
            <a:ext cx="375300" cy="37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6"/>
          <p:cNvSpPr txBox="1">
            <a:spLocks noGrp="1"/>
          </p:cNvSpPr>
          <p:nvPr>
            <p:ph type="title"/>
          </p:nvPr>
        </p:nvSpPr>
        <p:spPr>
          <a:xfrm>
            <a:off x="694800" y="604800"/>
            <a:ext cx="73368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1"/>
          </p:nvPr>
        </p:nvSpPr>
        <p:spPr>
          <a:xfrm>
            <a:off x="705600" y="1519200"/>
            <a:ext cx="2019600" cy="28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body" idx="2"/>
          </p:nvPr>
        </p:nvSpPr>
        <p:spPr>
          <a:xfrm>
            <a:off x="3366000" y="1519200"/>
            <a:ext cx="2019600" cy="28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body" idx="3"/>
          </p:nvPr>
        </p:nvSpPr>
        <p:spPr>
          <a:xfrm>
            <a:off x="6022800" y="1519200"/>
            <a:ext cx="2019600" cy="28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Paragraph v2" type="secHead">
  <p:cSld name="SECTION_HEAD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54" name="Google Shape;54;p7"/>
          <p:cNvSpPr/>
          <p:nvPr/>
        </p:nvSpPr>
        <p:spPr>
          <a:xfrm>
            <a:off x="8209077" y="816633"/>
            <a:ext cx="934800" cy="930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7"/>
          <p:cNvSpPr/>
          <p:nvPr/>
        </p:nvSpPr>
        <p:spPr>
          <a:xfrm>
            <a:off x="0" y="-12"/>
            <a:ext cx="657900" cy="654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7"/>
          <p:cNvSpPr>
            <a:spLocks noGrp="1"/>
          </p:cNvSpPr>
          <p:nvPr>
            <p:ph type="pic" idx="2"/>
          </p:nvPr>
        </p:nvSpPr>
        <p:spPr>
          <a:xfrm>
            <a:off x="4572000" y="1746000"/>
            <a:ext cx="3636000" cy="33948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7"/>
          <p:cNvSpPr txBox="1">
            <a:spLocks noGrp="1"/>
          </p:cNvSpPr>
          <p:nvPr>
            <p:ph type="title"/>
          </p:nvPr>
        </p:nvSpPr>
        <p:spPr>
          <a:xfrm>
            <a:off x="658800" y="817200"/>
            <a:ext cx="37404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body" idx="1"/>
          </p:nvPr>
        </p:nvSpPr>
        <p:spPr>
          <a:xfrm>
            <a:off x="658800" y="1746925"/>
            <a:ext cx="3740400" cy="301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2 columns v1" type="twoColTx">
  <p:cSld name="TITLE_AND_TWO_COLUMNS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0" y="1363325"/>
            <a:ext cx="354000" cy="129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8"/>
          <p:cNvSpPr/>
          <p:nvPr/>
        </p:nvSpPr>
        <p:spPr>
          <a:xfrm>
            <a:off x="0" y="3154375"/>
            <a:ext cx="354000" cy="1294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8"/>
          <p:cNvSpPr/>
          <p:nvPr/>
        </p:nvSpPr>
        <p:spPr>
          <a:xfrm>
            <a:off x="7773919" y="2"/>
            <a:ext cx="1370100" cy="1363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8"/>
          <p:cNvSpPr txBox="1">
            <a:spLocks noGrp="1"/>
          </p:cNvSpPr>
          <p:nvPr>
            <p:ph type="title"/>
          </p:nvPr>
        </p:nvSpPr>
        <p:spPr>
          <a:xfrm>
            <a:off x="957600" y="691200"/>
            <a:ext cx="7225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8"/>
          <p:cNvSpPr txBox="1">
            <a:spLocks noGrp="1"/>
          </p:cNvSpPr>
          <p:nvPr>
            <p:ph type="subTitle" idx="1"/>
          </p:nvPr>
        </p:nvSpPr>
        <p:spPr>
          <a:xfrm>
            <a:off x="957600" y="1357200"/>
            <a:ext cx="72252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66" name="Google Shape;66;p8"/>
          <p:cNvSpPr txBox="1">
            <a:spLocks noGrp="1"/>
          </p:cNvSpPr>
          <p:nvPr>
            <p:ph type="body" idx="2"/>
          </p:nvPr>
        </p:nvSpPr>
        <p:spPr>
          <a:xfrm>
            <a:off x="957600" y="1836000"/>
            <a:ext cx="7225200" cy="8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cxnSp>
        <p:nvCxnSpPr>
          <p:cNvPr id="67" name="Google Shape;67;p8"/>
          <p:cNvCxnSpPr/>
          <p:nvPr/>
        </p:nvCxnSpPr>
        <p:spPr>
          <a:xfrm>
            <a:off x="1025997" y="2910595"/>
            <a:ext cx="70920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8" name="Google Shape;68;p8"/>
          <p:cNvSpPr txBox="1">
            <a:spLocks noGrp="1"/>
          </p:cNvSpPr>
          <p:nvPr>
            <p:ph type="subTitle" idx="3"/>
          </p:nvPr>
        </p:nvSpPr>
        <p:spPr>
          <a:xfrm>
            <a:off x="957600" y="3153600"/>
            <a:ext cx="72252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69" name="Google Shape;69;p8"/>
          <p:cNvSpPr txBox="1">
            <a:spLocks noGrp="1"/>
          </p:cNvSpPr>
          <p:nvPr>
            <p:ph type="body" idx="4"/>
          </p:nvPr>
        </p:nvSpPr>
        <p:spPr>
          <a:xfrm>
            <a:off x="957600" y="3632400"/>
            <a:ext cx="7225200" cy="8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2 columns v2" type="titleOnly">
  <p:cSld name="TITLE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72" name="Google Shape;72;p9"/>
          <p:cNvSpPr/>
          <p:nvPr/>
        </p:nvSpPr>
        <p:spPr>
          <a:xfrm>
            <a:off x="5820900" y="1"/>
            <a:ext cx="777300" cy="773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9"/>
          <p:cNvSpPr/>
          <p:nvPr/>
        </p:nvSpPr>
        <p:spPr>
          <a:xfrm>
            <a:off x="6992701" y="3184105"/>
            <a:ext cx="375300" cy="37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9"/>
          <p:cNvSpPr/>
          <p:nvPr/>
        </p:nvSpPr>
        <p:spPr>
          <a:xfrm>
            <a:off x="0" y="3923424"/>
            <a:ext cx="1226100" cy="1220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9"/>
          <p:cNvSpPr txBox="1">
            <a:spLocks noGrp="1"/>
          </p:cNvSpPr>
          <p:nvPr>
            <p:ph type="title"/>
          </p:nvPr>
        </p:nvSpPr>
        <p:spPr>
          <a:xfrm>
            <a:off x="5716800" y="1047600"/>
            <a:ext cx="30888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cxnSp>
        <p:nvCxnSpPr>
          <p:cNvPr id="76" name="Google Shape;76;p9"/>
          <p:cNvCxnSpPr/>
          <p:nvPr/>
        </p:nvCxnSpPr>
        <p:spPr>
          <a:xfrm>
            <a:off x="3494913" y="1359650"/>
            <a:ext cx="0" cy="25986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7" name="Google Shape;77;p9"/>
          <p:cNvSpPr/>
          <p:nvPr/>
        </p:nvSpPr>
        <p:spPr>
          <a:xfrm>
            <a:off x="1495825" y="1274852"/>
            <a:ext cx="187800" cy="186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9"/>
          <p:cNvSpPr/>
          <p:nvPr/>
        </p:nvSpPr>
        <p:spPr>
          <a:xfrm>
            <a:off x="3776475" y="1274852"/>
            <a:ext cx="187800" cy="186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9"/>
          <p:cNvSpPr txBox="1">
            <a:spLocks noGrp="1"/>
          </p:cNvSpPr>
          <p:nvPr>
            <p:ph type="subTitle" idx="1"/>
          </p:nvPr>
        </p:nvSpPr>
        <p:spPr>
          <a:xfrm>
            <a:off x="1411200" y="1602000"/>
            <a:ext cx="2019600" cy="5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80" name="Google Shape;80;p9"/>
          <p:cNvSpPr txBox="1">
            <a:spLocks noGrp="1"/>
          </p:cNvSpPr>
          <p:nvPr>
            <p:ph type="body" idx="2"/>
          </p:nvPr>
        </p:nvSpPr>
        <p:spPr>
          <a:xfrm>
            <a:off x="1411200" y="2271600"/>
            <a:ext cx="2019600" cy="18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81" name="Google Shape;81;p9"/>
          <p:cNvSpPr txBox="1">
            <a:spLocks noGrp="1"/>
          </p:cNvSpPr>
          <p:nvPr>
            <p:ph type="subTitle" idx="3"/>
          </p:nvPr>
        </p:nvSpPr>
        <p:spPr>
          <a:xfrm>
            <a:off x="3697200" y="1602000"/>
            <a:ext cx="2019600" cy="5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82" name="Google Shape;82;p9"/>
          <p:cNvSpPr txBox="1">
            <a:spLocks noGrp="1"/>
          </p:cNvSpPr>
          <p:nvPr>
            <p:ph type="body" idx="4"/>
          </p:nvPr>
        </p:nvSpPr>
        <p:spPr>
          <a:xfrm>
            <a:off x="3697200" y="2271600"/>
            <a:ext cx="2019600" cy="18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2 columns v3">
  <p:cSld name="ONE_COLUMN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85" name="Google Shape;85;p10"/>
          <p:cNvSpPr/>
          <p:nvPr/>
        </p:nvSpPr>
        <p:spPr>
          <a:xfrm>
            <a:off x="3949300" y="344850"/>
            <a:ext cx="2347800" cy="4453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0"/>
          <p:cNvSpPr/>
          <p:nvPr/>
        </p:nvSpPr>
        <p:spPr>
          <a:xfrm>
            <a:off x="6442700" y="344850"/>
            <a:ext cx="2347800" cy="4453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0"/>
          <p:cNvSpPr/>
          <p:nvPr/>
        </p:nvSpPr>
        <p:spPr>
          <a:xfrm>
            <a:off x="4290600" y="871752"/>
            <a:ext cx="187800" cy="18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0"/>
          <p:cNvSpPr/>
          <p:nvPr/>
        </p:nvSpPr>
        <p:spPr>
          <a:xfrm>
            <a:off x="6784000" y="871752"/>
            <a:ext cx="187800" cy="18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0"/>
          <p:cNvSpPr/>
          <p:nvPr/>
        </p:nvSpPr>
        <p:spPr>
          <a:xfrm>
            <a:off x="0" y="-1"/>
            <a:ext cx="924000" cy="920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0"/>
          <p:cNvSpPr/>
          <p:nvPr/>
        </p:nvSpPr>
        <p:spPr>
          <a:xfrm>
            <a:off x="8045109" y="4044221"/>
            <a:ext cx="606000" cy="603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0"/>
          <p:cNvSpPr/>
          <p:nvPr/>
        </p:nvSpPr>
        <p:spPr>
          <a:xfrm>
            <a:off x="7830625" y="3830525"/>
            <a:ext cx="214500" cy="213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0"/>
          <p:cNvSpPr txBox="1">
            <a:spLocks noGrp="1"/>
          </p:cNvSpPr>
          <p:nvPr>
            <p:ph type="title"/>
          </p:nvPr>
        </p:nvSpPr>
        <p:spPr>
          <a:xfrm>
            <a:off x="435600" y="1274400"/>
            <a:ext cx="32508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0"/>
          <p:cNvSpPr txBox="1">
            <a:spLocks noGrp="1"/>
          </p:cNvSpPr>
          <p:nvPr>
            <p:ph type="subTitle" idx="1"/>
          </p:nvPr>
        </p:nvSpPr>
        <p:spPr>
          <a:xfrm>
            <a:off x="4194000" y="1274400"/>
            <a:ext cx="1857600" cy="6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94" name="Google Shape;94;p10"/>
          <p:cNvSpPr txBox="1">
            <a:spLocks noGrp="1"/>
          </p:cNvSpPr>
          <p:nvPr>
            <p:ph type="body" idx="2"/>
          </p:nvPr>
        </p:nvSpPr>
        <p:spPr>
          <a:xfrm>
            <a:off x="4194000" y="2065573"/>
            <a:ext cx="1857600" cy="22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5" name="Google Shape;95;p10"/>
          <p:cNvSpPr txBox="1">
            <a:spLocks noGrp="1"/>
          </p:cNvSpPr>
          <p:nvPr>
            <p:ph type="subTitle" idx="3"/>
          </p:nvPr>
        </p:nvSpPr>
        <p:spPr>
          <a:xfrm>
            <a:off x="6688800" y="1274400"/>
            <a:ext cx="1857600" cy="6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96" name="Google Shape;96;p10"/>
          <p:cNvSpPr txBox="1">
            <a:spLocks noGrp="1"/>
          </p:cNvSpPr>
          <p:nvPr>
            <p:ph type="body" idx="4"/>
          </p:nvPr>
        </p:nvSpPr>
        <p:spPr>
          <a:xfrm>
            <a:off x="6688800" y="2065573"/>
            <a:ext cx="1857600" cy="22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Bullet Points v2">
  <p:cSld name="BIG_NUMBER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99" name="Google Shape;99;p11"/>
          <p:cNvSpPr>
            <a:spLocks noGrp="1"/>
          </p:cNvSpPr>
          <p:nvPr>
            <p:ph type="pic" idx="2"/>
          </p:nvPr>
        </p:nvSpPr>
        <p:spPr>
          <a:xfrm>
            <a:off x="363600" y="356400"/>
            <a:ext cx="2239200" cy="22392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11"/>
          <p:cNvSpPr/>
          <p:nvPr/>
        </p:nvSpPr>
        <p:spPr>
          <a:xfrm rot="10800000">
            <a:off x="2603000" y="2595275"/>
            <a:ext cx="1160100" cy="1154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1"/>
          <p:cNvSpPr/>
          <p:nvPr/>
        </p:nvSpPr>
        <p:spPr>
          <a:xfrm rot="10800000">
            <a:off x="1991300" y="3750075"/>
            <a:ext cx="611700" cy="609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1"/>
          <p:cNvSpPr txBox="1">
            <a:spLocks noGrp="1"/>
          </p:cNvSpPr>
          <p:nvPr>
            <p:ph type="title"/>
          </p:nvPr>
        </p:nvSpPr>
        <p:spPr>
          <a:xfrm>
            <a:off x="3913200" y="489600"/>
            <a:ext cx="4669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1"/>
          <p:cNvSpPr txBox="1">
            <a:spLocks noGrp="1"/>
          </p:cNvSpPr>
          <p:nvPr>
            <p:ph type="body" idx="1"/>
          </p:nvPr>
        </p:nvSpPr>
        <p:spPr>
          <a:xfrm>
            <a:off x="3913200" y="1136291"/>
            <a:ext cx="4669200" cy="3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3 columns" type="blank">
  <p:cSld name="BLANK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06" name="Google Shape;106;p12"/>
          <p:cNvSpPr/>
          <p:nvPr/>
        </p:nvSpPr>
        <p:spPr>
          <a:xfrm>
            <a:off x="0" y="1441075"/>
            <a:ext cx="8780400" cy="3702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12"/>
          <p:cNvSpPr/>
          <p:nvPr/>
        </p:nvSpPr>
        <p:spPr>
          <a:xfrm rot="10800000">
            <a:off x="50" y="4032550"/>
            <a:ext cx="1116000" cy="1110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12"/>
          <p:cNvSpPr/>
          <p:nvPr/>
        </p:nvSpPr>
        <p:spPr>
          <a:xfrm rot="10800000">
            <a:off x="8780225" y="1061875"/>
            <a:ext cx="381300" cy="379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12"/>
          <p:cNvSpPr txBox="1">
            <a:spLocks noGrp="1"/>
          </p:cNvSpPr>
          <p:nvPr>
            <p:ph type="title"/>
          </p:nvPr>
        </p:nvSpPr>
        <p:spPr>
          <a:xfrm>
            <a:off x="385200" y="406800"/>
            <a:ext cx="80136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12"/>
          <p:cNvSpPr txBox="1">
            <a:spLocks noGrp="1"/>
          </p:cNvSpPr>
          <p:nvPr>
            <p:ph type="subTitle" idx="1"/>
          </p:nvPr>
        </p:nvSpPr>
        <p:spPr>
          <a:xfrm>
            <a:off x="381600" y="1638000"/>
            <a:ext cx="2332800" cy="6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11" name="Google Shape;111;p12"/>
          <p:cNvSpPr txBox="1">
            <a:spLocks noGrp="1"/>
          </p:cNvSpPr>
          <p:nvPr>
            <p:ph type="body" idx="2"/>
          </p:nvPr>
        </p:nvSpPr>
        <p:spPr>
          <a:xfrm>
            <a:off x="381600" y="2429173"/>
            <a:ext cx="2332800" cy="22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2" name="Google Shape;112;p12"/>
          <p:cNvSpPr txBox="1">
            <a:spLocks noGrp="1"/>
          </p:cNvSpPr>
          <p:nvPr>
            <p:ph type="subTitle" idx="3"/>
          </p:nvPr>
        </p:nvSpPr>
        <p:spPr>
          <a:xfrm>
            <a:off x="3225600" y="1638000"/>
            <a:ext cx="2332800" cy="6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13" name="Google Shape;113;p12"/>
          <p:cNvSpPr txBox="1">
            <a:spLocks noGrp="1"/>
          </p:cNvSpPr>
          <p:nvPr>
            <p:ph type="body" idx="4"/>
          </p:nvPr>
        </p:nvSpPr>
        <p:spPr>
          <a:xfrm>
            <a:off x="3225600" y="2429173"/>
            <a:ext cx="2332800" cy="22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4" name="Google Shape;114;p12"/>
          <p:cNvSpPr txBox="1">
            <a:spLocks noGrp="1"/>
          </p:cNvSpPr>
          <p:nvPr>
            <p:ph type="subTitle" idx="5"/>
          </p:nvPr>
        </p:nvSpPr>
        <p:spPr>
          <a:xfrm>
            <a:off x="6062400" y="1638000"/>
            <a:ext cx="2332800" cy="6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15" name="Google Shape;115;p12"/>
          <p:cNvSpPr txBox="1">
            <a:spLocks noGrp="1"/>
          </p:cNvSpPr>
          <p:nvPr>
            <p:ph type="body" idx="6"/>
          </p:nvPr>
        </p:nvSpPr>
        <p:spPr>
          <a:xfrm>
            <a:off x="6062400" y="2429173"/>
            <a:ext cx="2332800" cy="22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3 columns-v2">
  <p:cSld name="CUSTOM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" name="Google Shape;117;p13"/>
          <p:cNvCxnSpPr/>
          <p:nvPr/>
        </p:nvCxnSpPr>
        <p:spPr>
          <a:xfrm>
            <a:off x="4147138" y="1453875"/>
            <a:ext cx="0" cy="30996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8" name="Google Shape;118;p13"/>
          <p:cNvSpPr/>
          <p:nvPr/>
        </p:nvSpPr>
        <p:spPr>
          <a:xfrm>
            <a:off x="2065050" y="1571477"/>
            <a:ext cx="187800" cy="186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13"/>
          <p:cNvSpPr/>
          <p:nvPr/>
        </p:nvSpPr>
        <p:spPr>
          <a:xfrm>
            <a:off x="4372550" y="1571477"/>
            <a:ext cx="187800" cy="186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13"/>
          <p:cNvSpPr/>
          <p:nvPr/>
        </p:nvSpPr>
        <p:spPr>
          <a:xfrm>
            <a:off x="6683725" y="1571477"/>
            <a:ext cx="187800" cy="186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1" name="Google Shape;121;p13"/>
          <p:cNvCxnSpPr/>
          <p:nvPr/>
        </p:nvCxnSpPr>
        <p:spPr>
          <a:xfrm>
            <a:off x="6458288" y="1453875"/>
            <a:ext cx="0" cy="30996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2" name="Google Shape;122;p13"/>
          <p:cNvSpPr/>
          <p:nvPr/>
        </p:nvSpPr>
        <p:spPr>
          <a:xfrm>
            <a:off x="0" y="4008099"/>
            <a:ext cx="1140600" cy="113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3"/>
          <p:cNvSpPr/>
          <p:nvPr/>
        </p:nvSpPr>
        <p:spPr>
          <a:xfrm rot="10800000">
            <a:off x="1140825" y="3766299"/>
            <a:ext cx="242400" cy="241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3"/>
          <p:cNvSpPr txBox="1">
            <a:spLocks noGrp="1"/>
          </p:cNvSpPr>
          <p:nvPr>
            <p:ph type="subTitle" idx="1"/>
          </p:nvPr>
        </p:nvSpPr>
        <p:spPr>
          <a:xfrm>
            <a:off x="1980000" y="1897200"/>
            <a:ext cx="2019600" cy="5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25" name="Google Shape;125;p13"/>
          <p:cNvSpPr txBox="1">
            <a:spLocks noGrp="1"/>
          </p:cNvSpPr>
          <p:nvPr>
            <p:ph type="body" idx="2"/>
          </p:nvPr>
        </p:nvSpPr>
        <p:spPr>
          <a:xfrm>
            <a:off x="1980000" y="2566784"/>
            <a:ext cx="2019600" cy="18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6" name="Google Shape;126;p13"/>
          <p:cNvSpPr txBox="1">
            <a:spLocks noGrp="1"/>
          </p:cNvSpPr>
          <p:nvPr>
            <p:ph type="subTitle" idx="3"/>
          </p:nvPr>
        </p:nvSpPr>
        <p:spPr>
          <a:xfrm>
            <a:off x="4291200" y="1897200"/>
            <a:ext cx="2019600" cy="5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27" name="Google Shape;127;p13"/>
          <p:cNvSpPr txBox="1">
            <a:spLocks noGrp="1"/>
          </p:cNvSpPr>
          <p:nvPr>
            <p:ph type="body" idx="4"/>
          </p:nvPr>
        </p:nvSpPr>
        <p:spPr>
          <a:xfrm>
            <a:off x="4291200" y="2566784"/>
            <a:ext cx="2019600" cy="18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8" name="Google Shape;128;p13"/>
          <p:cNvSpPr txBox="1">
            <a:spLocks noGrp="1"/>
          </p:cNvSpPr>
          <p:nvPr>
            <p:ph type="subTitle" idx="5"/>
          </p:nvPr>
        </p:nvSpPr>
        <p:spPr>
          <a:xfrm>
            <a:off x="6602400" y="1897200"/>
            <a:ext cx="2019600" cy="5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29" name="Google Shape;129;p13"/>
          <p:cNvSpPr txBox="1">
            <a:spLocks noGrp="1"/>
          </p:cNvSpPr>
          <p:nvPr>
            <p:ph type="body" idx="6"/>
          </p:nvPr>
        </p:nvSpPr>
        <p:spPr>
          <a:xfrm>
            <a:off x="6602400" y="2566784"/>
            <a:ext cx="2019600" cy="18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30" name="Google Shape;130;p13"/>
          <p:cNvSpPr txBox="1">
            <a:spLocks noGrp="1"/>
          </p:cNvSpPr>
          <p:nvPr>
            <p:ph type="title"/>
          </p:nvPr>
        </p:nvSpPr>
        <p:spPr>
          <a:xfrm>
            <a:off x="1980000" y="565200"/>
            <a:ext cx="66420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3 columns-v3">
  <p:cSld name="CUSTOM_1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4"/>
          <p:cNvSpPr/>
          <p:nvPr/>
        </p:nvSpPr>
        <p:spPr>
          <a:xfrm>
            <a:off x="0" y="0"/>
            <a:ext cx="7949700" cy="482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14"/>
          <p:cNvSpPr/>
          <p:nvPr/>
        </p:nvSpPr>
        <p:spPr>
          <a:xfrm>
            <a:off x="414488" y="602777"/>
            <a:ext cx="187800" cy="18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14"/>
          <p:cNvSpPr/>
          <p:nvPr/>
        </p:nvSpPr>
        <p:spPr>
          <a:xfrm>
            <a:off x="414475" y="1967702"/>
            <a:ext cx="187800" cy="18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4"/>
          <p:cNvSpPr/>
          <p:nvPr/>
        </p:nvSpPr>
        <p:spPr>
          <a:xfrm>
            <a:off x="414488" y="3338327"/>
            <a:ext cx="187800" cy="18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14"/>
          <p:cNvSpPr/>
          <p:nvPr/>
        </p:nvSpPr>
        <p:spPr>
          <a:xfrm>
            <a:off x="7949700" y="4829701"/>
            <a:ext cx="315300" cy="313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14"/>
          <p:cNvSpPr/>
          <p:nvPr/>
        </p:nvSpPr>
        <p:spPr>
          <a:xfrm>
            <a:off x="7156250" y="-1"/>
            <a:ext cx="793500" cy="789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14"/>
          <p:cNvSpPr txBox="1">
            <a:spLocks noGrp="1"/>
          </p:cNvSpPr>
          <p:nvPr>
            <p:ph type="subTitle" idx="1"/>
          </p:nvPr>
        </p:nvSpPr>
        <p:spPr>
          <a:xfrm>
            <a:off x="666000" y="500400"/>
            <a:ext cx="68724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39" name="Google Shape;139;p14"/>
          <p:cNvSpPr txBox="1">
            <a:spLocks noGrp="1"/>
          </p:cNvSpPr>
          <p:nvPr>
            <p:ph type="body" idx="2"/>
          </p:nvPr>
        </p:nvSpPr>
        <p:spPr>
          <a:xfrm>
            <a:off x="666000" y="1018800"/>
            <a:ext cx="6872400" cy="5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0" name="Google Shape;140;p14"/>
          <p:cNvSpPr txBox="1">
            <a:spLocks noGrp="1"/>
          </p:cNvSpPr>
          <p:nvPr>
            <p:ph type="subTitle" idx="3"/>
          </p:nvPr>
        </p:nvSpPr>
        <p:spPr>
          <a:xfrm>
            <a:off x="666000" y="1864800"/>
            <a:ext cx="68724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41" name="Google Shape;141;p14"/>
          <p:cNvSpPr txBox="1">
            <a:spLocks noGrp="1"/>
          </p:cNvSpPr>
          <p:nvPr>
            <p:ph type="body" idx="4"/>
          </p:nvPr>
        </p:nvSpPr>
        <p:spPr>
          <a:xfrm>
            <a:off x="666000" y="2383200"/>
            <a:ext cx="6872400" cy="5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2" name="Google Shape;142;p14"/>
          <p:cNvSpPr txBox="1">
            <a:spLocks noGrp="1"/>
          </p:cNvSpPr>
          <p:nvPr>
            <p:ph type="subTitle" idx="5"/>
          </p:nvPr>
        </p:nvSpPr>
        <p:spPr>
          <a:xfrm>
            <a:off x="666000" y="3236400"/>
            <a:ext cx="68724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43" name="Google Shape;143;p14"/>
          <p:cNvSpPr txBox="1">
            <a:spLocks noGrp="1"/>
          </p:cNvSpPr>
          <p:nvPr>
            <p:ph type="body" idx="6"/>
          </p:nvPr>
        </p:nvSpPr>
        <p:spPr>
          <a:xfrm>
            <a:off x="666000" y="3754800"/>
            <a:ext cx="6872400" cy="5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44" name="Google Shape;144;p14"/>
          <p:cNvCxnSpPr/>
          <p:nvPr/>
        </p:nvCxnSpPr>
        <p:spPr>
          <a:xfrm rot="10800000">
            <a:off x="384525" y="1728450"/>
            <a:ext cx="72057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5" name="Google Shape;145;p14"/>
          <p:cNvCxnSpPr/>
          <p:nvPr/>
        </p:nvCxnSpPr>
        <p:spPr>
          <a:xfrm rot="10800000">
            <a:off x="383581" y="3084600"/>
            <a:ext cx="72057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6" name="Google Shape;146;p14"/>
          <p:cNvSpPr txBox="1">
            <a:spLocks noGrp="1"/>
          </p:cNvSpPr>
          <p:nvPr>
            <p:ph type="title"/>
          </p:nvPr>
        </p:nvSpPr>
        <p:spPr>
          <a:xfrm rot="5400000">
            <a:off x="6312000" y="2248800"/>
            <a:ext cx="4554000" cy="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3 columns-v3 1 Image">
  <p:cSld name="CUSTOM_2"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8" name="Google Shape;148;p15"/>
          <p:cNvCxnSpPr/>
          <p:nvPr/>
        </p:nvCxnSpPr>
        <p:spPr>
          <a:xfrm>
            <a:off x="3383350" y="1008313"/>
            <a:ext cx="0" cy="38361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9" name="Google Shape;149;p15"/>
          <p:cNvSpPr/>
          <p:nvPr/>
        </p:nvSpPr>
        <p:spPr>
          <a:xfrm>
            <a:off x="1433389" y="940757"/>
            <a:ext cx="173700" cy="172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15"/>
          <p:cNvSpPr/>
          <p:nvPr/>
        </p:nvSpPr>
        <p:spPr>
          <a:xfrm>
            <a:off x="3591740" y="940757"/>
            <a:ext cx="173700" cy="172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15"/>
          <p:cNvSpPr/>
          <p:nvPr/>
        </p:nvSpPr>
        <p:spPr>
          <a:xfrm>
            <a:off x="5728363" y="940757"/>
            <a:ext cx="173700" cy="172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2" name="Google Shape;152;p15"/>
          <p:cNvCxnSpPr/>
          <p:nvPr/>
        </p:nvCxnSpPr>
        <p:spPr>
          <a:xfrm>
            <a:off x="5519950" y="1008313"/>
            <a:ext cx="0" cy="38361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3" name="Google Shape;153;p15"/>
          <p:cNvSpPr txBox="1">
            <a:spLocks noGrp="1"/>
          </p:cNvSpPr>
          <p:nvPr>
            <p:ph type="subTitle" idx="1"/>
          </p:nvPr>
        </p:nvSpPr>
        <p:spPr>
          <a:xfrm>
            <a:off x="1380600" y="2065198"/>
            <a:ext cx="1868400" cy="4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54" name="Google Shape;154;p15"/>
          <p:cNvSpPr txBox="1">
            <a:spLocks noGrp="1"/>
          </p:cNvSpPr>
          <p:nvPr>
            <p:ph type="body" idx="2"/>
          </p:nvPr>
        </p:nvSpPr>
        <p:spPr>
          <a:xfrm>
            <a:off x="1380600" y="2530810"/>
            <a:ext cx="1868400" cy="20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55" name="Google Shape;155;p15"/>
          <p:cNvSpPr txBox="1">
            <a:spLocks noGrp="1"/>
          </p:cNvSpPr>
          <p:nvPr>
            <p:ph type="subTitle" idx="3"/>
          </p:nvPr>
        </p:nvSpPr>
        <p:spPr>
          <a:xfrm>
            <a:off x="3519000" y="2065198"/>
            <a:ext cx="1868400" cy="4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56" name="Google Shape;156;p15"/>
          <p:cNvSpPr txBox="1">
            <a:spLocks noGrp="1"/>
          </p:cNvSpPr>
          <p:nvPr>
            <p:ph type="body" idx="4"/>
          </p:nvPr>
        </p:nvSpPr>
        <p:spPr>
          <a:xfrm>
            <a:off x="3519000" y="2530810"/>
            <a:ext cx="1868400" cy="20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57" name="Google Shape;157;p15"/>
          <p:cNvSpPr txBox="1">
            <a:spLocks noGrp="1"/>
          </p:cNvSpPr>
          <p:nvPr>
            <p:ph type="subTitle" idx="5"/>
          </p:nvPr>
        </p:nvSpPr>
        <p:spPr>
          <a:xfrm>
            <a:off x="5653800" y="2065198"/>
            <a:ext cx="1868400" cy="4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58" name="Google Shape;158;p15"/>
          <p:cNvSpPr txBox="1">
            <a:spLocks noGrp="1"/>
          </p:cNvSpPr>
          <p:nvPr>
            <p:ph type="body" idx="6"/>
          </p:nvPr>
        </p:nvSpPr>
        <p:spPr>
          <a:xfrm>
            <a:off x="5653800" y="2530810"/>
            <a:ext cx="1868400" cy="20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59" name="Google Shape;159;p15"/>
          <p:cNvSpPr txBox="1">
            <a:spLocks noGrp="1"/>
          </p:cNvSpPr>
          <p:nvPr>
            <p:ph type="title"/>
          </p:nvPr>
        </p:nvSpPr>
        <p:spPr>
          <a:xfrm>
            <a:off x="1351800" y="299088"/>
            <a:ext cx="64404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15"/>
          <p:cNvSpPr>
            <a:spLocks noGrp="1"/>
          </p:cNvSpPr>
          <p:nvPr>
            <p:ph type="pic" idx="7"/>
          </p:nvPr>
        </p:nvSpPr>
        <p:spPr>
          <a:xfrm>
            <a:off x="1607100" y="1121663"/>
            <a:ext cx="1415400" cy="789900"/>
          </a:xfrm>
          <a:prstGeom prst="rect">
            <a:avLst/>
          </a:prstGeom>
          <a:noFill/>
          <a:ln>
            <a:noFill/>
          </a:ln>
        </p:spPr>
      </p:sp>
      <p:sp>
        <p:nvSpPr>
          <p:cNvPr id="161" name="Google Shape;161;p15"/>
          <p:cNvSpPr>
            <a:spLocks noGrp="1"/>
          </p:cNvSpPr>
          <p:nvPr>
            <p:ph type="pic" idx="8"/>
          </p:nvPr>
        </p:nvSpPr>
        <p:spPr>
          <a:xfrm>
            <a:off x="3745500" y="1121663"/>
            <a:ext cx="1415400" cy="789900"/>
          </a:xfrm>
          <a:prstGeom prst="rect">
            <a:avLst/>
          </a:prstGeom>
          <a:noFill/>
          <a:ln>
            <a:noFill/>
          </a:ln>
        </p:spPr>
      </p:sp>
      <p:sp>
        <p:nvSpPr>
          <p:cNvPr id="162" name="Google Shape;162;p15"/>
          <p:cNvSpPr>
            <a:spLocks noGrp="1"/>
          </p:cNvSpPr>
          <p:nvPr>
            <p:ph type="pic" idx="9"/>
          </p:nvPr>
        </p:nvSpPr>
        <p:spPr>
          <a:xfrm>
            <a:off x="5880300" y="1121663"/>
            <a:ext cx="1415400" cy="789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4 key metrics v2">
  <p:cSld name="CUSTOM_3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6"/>
          <p:cNvSpPr/>
          <p:nvPr/>
        </p:nvSpPr>
        <p:spPr>
          <a:xfrm>
            <a:off x="0" y="1765325"/>
            <a:ext cx="9187200" cy="337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16"/>
          <p:cNvSpPr/>
          <p:nvPr/>
        </p:nvSpPr>
        <p:spPr>
          <a:xfrm rot="10800000">
            <a:off x="150" y="25"/>
            <a:ext cx="809400" cy="805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16"/>
          <p:cNvSpPr/>
          <p:nvPr/>
        </p:nvSpPr>
        <p:spPr>
          <a:xfrm rot="10800000">
            <a:off x="809550" y="805825"/>
            <a:ext cx="320700" cy="319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6"/>
          <p:cNvSpPr txBox="1">
            <a:spLocks noGrp="1"/>
          </p:cNvSpPr>
          <p:nvPr>
            <p:ph type="subTitle" idx="1"/>
          </p:nvPr>
        </p:nvSpPr>
        <p:spPr>
          <a:xfrm>
            <a:off x="352800" y="3117600"/>
            <a:ext cx="1807200" cy="5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68" name="Google Shape;168;p16"/>
          <p:cNvSpPr txBox="1">
            <a:spLocks noGrp="1"/>
          </p:cNvSpPr>
          <p:nvPr>
            <p:ph type="body" idx="2"/>
          </p:nvPr>
        </p:nvSpPr>
        <p:spPr>
          <a:xfrm>
            <a:off x="352800" y="3708475"/>
            <a:ext cx="1807200" cy="7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9" name="Google Shape;169;p16"/>
          <p:cNvSpPr/>
          <p:nvPr/>
        </p:nvSpPr>
        <p:spPr>
          <a:xfrm rot="10800000">
            <a:off x="471300" y="2712924"/>
            <a:ext cx="242400" cy="241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6"/>
          <p:cNvSpPr txBox="1">
            <a:spLocks noGrp="1"/>
          </p:cNvSpPr>
          <p:nvPr>
            <p:ph type="subTitle" idx="3"/>
          </p:nvPr>
        </p:nvSpPr>
        <p:spPr>
          <a:xfrm>
            <a:off x="2574000" y="3118322"/>
            <a:ext cx="1807200" cy="5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71" name="Google Shape;171;p16"/>
          <p:cNvSpPr txBox="1">
            <a:spLocks noGrp="1"/>
          </p:cNvSpPr>
          <p:nvPr>
            <p:ph type="body" idx="4"/>
          </p:nvPr>
        </p:nvSpPr>
        <p:spPr>
          <a:xfrm>
            <a:off x="2574000" y="3708834"/>
            <a:ext cx="1807200" cy="7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2" name="Google Shape;172;p16"/>
          <p:cNvSpPr/>
          <p:nvPr/>
        </p:nvSpPr>
        <p:spPr>
          <a:xfrm rot="10800000">
            <a:off x="2675600" y="2712925"/>
            <a:ext cx="242400" cy="241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16"/>
          <p:cNvSpPr txBox="1">
            <a:spLocks noGrp="1"/>
          </p:cNvSpPr>
          <p:nvPr>
            <p:ph type="subTitle" idx="5"/>
          </p:nvPr>
        </p:nvSpPr>
        <p:spPr>
          <a:xfrm>
            <a:off x="4788000" y="3118322"/>
            <a:ext cx="1807200" cy="5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74" name="Google Shape;174;p16"/>
          <p:cNvSpPr txBox="1">
            <a:spLocks noGrp="1"/>
          </p:cNvSpPr>
          <p:nvPr>
            <p:ph type="body" idx="6"/>
          </p:nvPr>
        </p:nvSpPr>
        <p:spPr>
          <a:xfrm>
            <a:off x="4788000" y="3708834"/>
            <a:ext cx="1807200" cy="7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5" name="Google Shape;175;p16"/>
          <p:cNvSpPr/>
          <p:nvPr/>
        </p:nvSpPr>
        <p:spPr>
          <a:xfrm rot="10800000">
            <a:off x="4879900" y="2712925"/>
            <a:ext cx="242400" cy="241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6"/>
          <p:cNvSpPr txBox="1">
            <a:spLocks noGrp="1"/>
          </p:cNvSpPr>
          <p:nvPr>
            <p:ph type="subTitle" idx="7"/>
          </p:nvPr>
        </p:nvSpPr>
        <p:spPr>
          <a:xfrm>
            <a:off x="7002000" y="3118322"/>
            <a:ext cx="1807200" cy="5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77" name="Google Shape;177;p16"/>
          <p:cNvSpPr txBox="1">
            <a:spLocks noGrp="1"/>
          </p:cNvSpPr>
          <p:nvPr>
            <p:ph type="body" idx="8"/>
          </p:nvPr>
        </p:nvSpPr>
        <p:spPr>
          <a:xfrm>
            <a:off x="7002000" y="3708834"/>
            <a:ext cx="1807200" cy="7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16"/>
          <p:cNvSpPr/>
          <p:nvPr/>
        </p:nvSpPr>
        <p:spPr>
          <a:xfrm rot="10800000">
            <a:off x="7084200" y="2712925"/>
            <a:ext cx="242400" cy="241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16"/>
          <p:cNvSpPr txBox="1">
            <a:spLocks noGrp="1"/>
          </p:cNvSpPr>
          <p:nvPr>
            <p:ph type="title"/>
          </p:nvPr>
        </p:nvSpPr>
        <p:spPr>
          <a:xfrm>
            <a:off x="370800" y="774000"/>
            <a:ext cx="84060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4 key metrics v3">
  <p:cSld name="CUSTOM_4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7"/>
          <p:cNvSpPr/>
          <p:nvPr/>
        </p:nvSpPr>
        <p:spPr>
          <a:xfrm>
            <a:off x="334838" y="2126713"/>
            <a:ext cx="1965900" cy="2437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7"/>
          <p:cNvSpPr/>
          <p:nvPr/>
        </p:nvSpPr>
        <p:spPr>
          <a:xfrm rot="10800000">
            <a:off x="334838" y="2126714"/>
            <a:ext cx="652800" cy="651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7"/>
          <p:cNvSpPr/>
          <p:nvPr/>
        </p:nvSpPr>
        <p:spPr>
          <a:xfrm>
            <a:off x="2504313" y="2126713"/>
            <a:ext cx="1965900" cy="2437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17"/>
          <p:cNvSpPr/>
          <p:nvPr/>
        </p:nvSpPr>
        <p:spPr>
          <a:xfrm rot="10800000">
            <a:off x="2504313" y="2126714"/>
            <a:ext cx="652800" cy="651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7"/>
          <p:cNvSpPr/>
          <p:nvPr/>
        </p:nvSpPr>
        <p:spPr>
          <a:xfrm>
            <a:off x="4673788" y="2126713"/>
            <a:ext cx="1965900" cy="2437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7"/>
          <p:cNvSpPr/>
          <p:nvPr/>
        </p:nvSpPr>
        <p:spPr>
          <a:xfrm rot="10800000">
            <a:off x="4673788" y="2126714"/>
            <a:ext cx="652800" cy="651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7"/>
          <p:cNvSpPr/>
          <p:nvPr/>
        </p:nvSpPr>
        <p:spPr>
          <a:xfrm>
            <a:off x="6843263" y="2126713"/>
            <a:ext cx="1965900" cy="2437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17"/>
          <p:cNvSpPr/>
          <p:nvPr/>
        </p:nvSpPr>
        <p:spPr>
          <a:xfrm rot="10800000">
            <a:off x="6843263" y="2126714"/>
            <a:ext cx="652800" cy="651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17"/>
          <p:cNvSpPr/>
          <p:nvPr/>
        </p:nvSpPr>
        <p:spPr>
          <a:xfrm rot="10800000">
            <a:off x="7496775" y="242838"/>
            <a:ext cx="1291200" cy="1233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17"/>
          <p:cNvSpPr/>
          <p:nvPr/>
        </p:nvSpPr>
        <p:spPr>
          <a:xfrm rot="10800000">
            <a:off x="6843285" y="1476138"/>
            <a:ext cx="653400" cy="650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17"/>
          <p:cNvSpPr txBox="1"/>
          <p:nvPr/>
        </p:nvSpPr>
        <p:spPr>
          <a:xfrm>
            <a:off x="408625" y="2199600"/>
            <a:ext cx="505200" cy="5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01</a:t>
            </a:r>
            <a:endParaRPr sz="14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92" name="Google Shape;192;p17"/>
          <p:cNvSpPr txBox="1"/>
          <p:nvPr/>
        </p:nvSpPr>
        <p:spPr>
          <a:xfrm>
            <a:off x="2578100" y="2199600"/>
            <a:ext cx="505200" cy="5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02</a:t>
            </a:r>
            <a:endParaRPr sz="14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93" name="Google Shape;193;p17"/>
          <p:cNvSpPr txBox="1"/>
          <p:nvPr/>
        </p:nvSpPr>
        <p:spPr>
          <a:xfrm>
            <a:off x="4747575" y="2199600"/>
            <a:ext cx="505200" cy="5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03</a:t>
            </a:r>
            <a:endParaRPr sz="14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94" name="Google Shape;194;p17"/>
          <p:cNvSpPr txBox="1"/>
          <p:nvPr/>
        </p:nvSpPr>
        <p:spPr>
          <a:xfrm>
            <a:off x="6917050" y="2199600"/>
            <a:ext cx="505200" cy="5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04</a:t>
            </a:r>
            <a:endParaRPr sz="14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95" name="Google Shape;195;p17"/>
          <p:cNvSpPr txBox="1">
            <a:spLocks noGrp="1"/>
          </p:cNvSpPr>
          <p:nvPr>
            <p:ph type="subTitle" idx="1"/>
          </p:nvPr>
        </p:nvSpPr>
        <p:spPr>
          <a:xfrm>
            <a:off x="468000" y="3024000"/>
            <a:ext cx="1702800" cy="5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96" name="Google Shape;196;p17"/>
          <p:cNvSpPr txBox="1">
            <a:spLocks noGrp="1"/>
          </p:cNvSpPr>
          <p:nvPr>
            <p:ph type="body" idx="2"/>
          </p:nvPr>
        </p:nvSpPr>
        <p:spPr>
          <a:xfrm>
            <a:off x="468000" y="3614875"/>
            <a:ext cx="1702800" cy="7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97" name="Google Shape;197;p17"/>
          <p:cNvSpPr txBox="1">
            <a:spLocks noGrp="1"/>
          </p:cNvSpPr>
          <p:nvPr>
            <p:ph type="subTitle" idx="3"/>
          </p:nvPr>
        </p:nvSpPr>
        <p:spPr>
          <a:xfrm>
            <a:off x="2635200" y="3024000"/>
            <a:ext cx="1702800" cy="5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98" name="Google Shape;198;p17"/>
          <p:cNvSpPr txBox="1">
            <a:spLocks noGrp="1"/>
          </p:cNvSpPr>
          <p:nvPr>
            <p:ph type="body" idx="4"/>
          </p:nvPr>
        </p:nvSpPr>
        <p:spPr>
          <a:xfrm>
            <a:off x="2635200" y="3614875"/>
            <a:ext cx="1702800" cy="7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99" name="Google Shape;199;p17"/>
          <p:cNvSpPr txBox="1">
            <a:spLocks noGrp="1"/>
          </p:cNvSpPr>
          <p:nvPr>
            <p:ph type="subTitle" idx="5"/>
          </p:nvPr>
        </p:nvSpPr>
        <p:spPr>
          <a:xfrm>
            <a:off x="4806000" y="3024000"/>
            <a:ext cx="1702800" cy="5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00" name="Google Shape;200;p17"/>
          <p:cNvSpPr txBox="1">
            <a:spLocks noGrp="1"/>
          </p:cNvSpPr>
          <p:nvPr>
            <p:ph type="body" idx="6"/>
          </p:nvPr>
        </p:nvSpPr>
        <p:spPr>
          <a:xfrm>
            <a:off x="4806000" y="3614875"/>
            <a:ext cx="1702800" cy="7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1" name="Google Shape;201;p17"/>
          <p:cNvSpPr txBox="1">
            <a:spLocks noGrp="1"/>
          </p:cNvSpPr>
          <p:nvPr>
            <p:ph type="subTitle" idx="7"/>
          </p:nvPr>
        </p:nvSpPr>
        <p:spPr>
          <a:xfrm>
            <a:off x="6976800" y="3024000"/>
            <a:ext cx="1702800" cy="5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02" name="Google Shape;202;p17"/>
          <p:cNvSpPr txBox="1">
            <a:spLocks noGrp="1"/>
          </p:cNvSpPr>
          <p:nvPr>
            <p:ph type="body" idx="8"/>
          </p:nvPr>
        </p:nvSpPr>
        <p:spPr>
          <a:xfrm>
            <a:off x="6976800" y="3614875"/>
            <a:ext cx="1702800" cy="7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3" name="Google Shape;203;p17"/>
          <p:cNvSpPr txBox="1">
            <a:spLocks noGrp="1"/>
          </p:cNvSpPr>
          <p:nvPr>
            <p:ph type="title"/>
          </p:nvPr>
        </p:nvSpPr>
        <p:spPr>
          <a:xfrm>
            <a:off x="370800" y="727200"/>
            <a:ext cx="64404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3 key metrics v1">
  <p:cSld name="CUSTOM_5"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8"/>
          <p:cNvSpPr/>
          <p:nvPr/>
        </p:nvSpPr>
        <p:spPr>
          <a:xfrm>
            <a:off x="1287000" y="1265975"/>
            <a:ext cx="6289200" cy="3168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18"/>
          <p:cNvSpPr/>
          <p:nvPr/>
        </p:nvSpPr>
        <p:spPr>
          <a:xfrm rot="10800000">
            <a:off x="7576100" y="1775"/>
            <a:ext cx="1323900" cy="126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18"/>
          <p:cNvSpPr/>
          <p:nvPr/>
        </p:nvSpPr>
        <p:spPr>
          <a:xfrm>
            <a:off x="1711039" y="1957095"/>
            <a:ext cx="173700" cy="172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18"/>
          <p:cNvSpPr/>
          <p:nvPr/>
        </p:nvSpPr>
        <p:spPr>
          <a:xfrm>
            <a:off x="3704190" y="1957095"/>
            <a:ext cx="173700" cy="172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18"/>
          <p:cNvSpPr/>
          <p:nvPr/>
        </p:nvSpPr>
        <p:spPr>
          <a:xfrm>
            <a:off x="5759988" y="1957095"/>
            <a:ext cx="173700" cy="172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18"/>
          <p:cNvSpPr/>
          <p:nvPr/>
        </p:nvSpPr>
        <p:spPr>
          <a:xfrm rot="10800000">
            <a:off x="8900000" y="1266000"/>
            <a:ext cx="258900" cy="24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8"/>
          <p:cNvSpPr/>
          <p:nvPr/>
        </p:nvSpPr>
        <p:spPr>
          <a:xfrm rot="10800000">
            <a:off x="539700" y="4434725"/>
            <a:ext cx="747300" cy="713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18"/>
          <p:cNvSpPr txBox="1">
            <a:spLocks noGrp="1"/>
          </p:cNvSpPr>
          <p:nvPr>
            <p:ph type="subTitle" idx="1"/>
          </p:nvPr>
        </p:nvSpPr>
        <p:spPr>
          <a:xfrm>
            <a:off x="1620000" y="2293200"/>
            <a:ext cx="1573200" cy="63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13" name="Google Shape;213;p18"/>
          <p:cNvSpPr txBox="1">
            <a:spLocks noGrp="1"/>
          </p:cNvSpPr>
          <p:nvPr>
            <p:ph type="body" idx="2"/>
          </p:nvPr>
        </p:nvSpPr>
        <p:spPr>
          <a:xfrm>
            <a:off x="1620000" y="2978916"/>
            <a:ext cx="1573200" cy="8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14" name="Google Shape;214;p18"/>
          <p:cNvSpPr txBox="1">
            <a:spLocks noGrp="1"/>
          </p:cNvSpPr>
          <p:nvPr>
            <p:ph type="subTitle" idx="3"/>
          </p:nvPr>
        </p:nvSpPr>
        <p:spPr>
          <a:xfrm>
            <a:off x="3600000" y="2293200"/>
            <a:ext cx="1573200" cy="63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15" name="Google Shape;215;p18"/>
          <p:cNvSpPr txBox="1">
            <a:spLocks noGrp="1"/>
          </p:cNvSpPr>
          <p:nvPr>
            <p:ph type="body" idx="4"/>
          </p:nvPr>
        </p:nvSpPr>
        <p:spPr>
          <a:xfrm>
            <a:off x="3600000" y="2978916"/>
            <a:ext cx="1573200" cy="8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16" name="Google Shape;216;p18"/>
          <p:cNvSpPr txBox="1">
            <a:spLocks noGrp="1"/>
          </p:cNvSpPr>
          <p:nvPr>
            <p:ph type="subTitle" idx="5"/>
          </p:nvPr>
        </p:nvSpPr>
        <p:spPr>
          <a:xfrm>
            <a:off x="5670000" y="2293200"/>
            <a:ext cx="1573200" cy="63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17" name="Google Shape;217;p18"/>
          <p:cNvSpPr txBox="1">
            <a:spLocks noGrp="1"/>
          </p:cNvSpPr>
          <p:nvPr>
            <p:ph type="body" idx="6"/>
          </p:nvPr>
        </p:nvSpPr>
        <p:spPr>
          <a:xfrm>
            <a:off x="5670000" y="2978916"/>
            <a:ext cx="1573200" cy="8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18" name="Google Shape;218;p18"/>
          <p:cNvSpPr txBox="1">
            <a:spLocks noGrp="1"/>
          </p:cNvSpPr>
          <p:nvPr>
            <p:ph type="title"/>
          </p:nvPr>
        </p:nvSpPr>
        <p:spPr>
          <a:xfrm>
            <a:off x="1288800" y="363600"/>
            <a:ext cx="62892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3 key metrics v2">
  <p:cSld name="CUSTOM_6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9"/>
          <p:cNvSpPr/>
          <p:nvPr/>
        </p:nvSpPr>
        <p:spPr>
          <a:xfrm>
            <a:off x="2470125" y="1352852"/>
            <a:ext cx="1965900" cy="2884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19"/>
          <p:cNvSpPr/>
          <p:nvPr/>
        </p:nvSpPr>
        <p:spPr>
          <a:xfrm rot="10800000">
            <a:off x="2470113" y="1352839"/>
            <a:ext cx="652800" cy="651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19"/>
          <p:cNvSpPr/>
          <p:nvPr/>
        </p:nvSpPr>
        <p:spPr>
          <a:xfrm>
            <a:off x="4639600" y="1352852"/>
            <a:ext cx="1965900" cy="2884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19"/>
          <p:cNvSpPr/>
          <p:nvPr/>
        </p:nvSpPr>
        <p:spPr>
          <a:xfrm rot="10800000">
            <a:off x="4639588" y="1352839"/>
            <a:ext cx="652800" cy="651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19"/>
          <p:cNvSpPr/>
          <p:nvPr/>
        </p:nvSpPr>
        <p:spPr>
          <a:xfrm>
            <a:off x="6809075" y="1352852"/>
            <a:ext cx="1965900" cy="2884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9"/>
          <p:cNvSpPr/>
          <p:nvPr/>
        </p:nvSpPr>
        <p:spPr>
          <a:xfrm rot="10800000">
            <a:off x="6809063" y="1352839"/>
            <a:ext cx="652800" cy="651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9"/>
          <p:cNvSpPr/>
          <p:nvPr/>
        </p:nvSpPr>
        <p:spPr>
          <a:xfrm rot="10800000">
            <a:off x="1310025" y="1352850"/>
            <a:ext cx="1160100" cy="11547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9"/>
          <p:cNvSpPr/>
          <p:nvPr/>
        </p:nvSpPr>
        <p:spPr>
          <a:xfrm rot="10800000">
            <a:off x="1034925" y="2507675"/>
            <a:ext cx="275100" cy="273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9"/>
          <p:cNvSpPr/>
          <p:nvPr/>
        </p:nvSpPr>
        <p:spPr>
          <a:xfrm rot="10800000">
            <a:off x="0" y="4534500"/>
            <a:ext cx="611700" cy="609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19"/>
          <p:cNvSpPr txBox="1"/>
          <p:nvPr/>
        </p:nvSpPr>
        <p:spPr>
          <a:xfrm>
            <a:off x="2543900" y="1425725"/>
            <a:ext cx="505200" cy="5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01</a:t>
            </a:r>
            <a:endParaRPr sz="14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30" name="Google Shape;230;p19"/>
          <p:cNvSpPr txBox="1"/>
          <p:nvPr/>
        </p:nvSpPr>
        <p:spPr>
          <a:xfrm>
            <a:off x="4713375" y="1425725"/>
            <a:ext cx="505200" cy="5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02</a:t>
            </a:r>
            <a:endParaRPr sz="14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31" name="Google Shape;231;p19"/>
          <p:cNvSpPr txBox="1"/>
          <p:nvPr/>
        </p:nvSpPr>
        <p:spPr>
          <a:xfrm>
            <a:off x="6882850" y="1425725"/>
            <a:ext cx="505200" cy="5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03</a:t>
            </a:r>
            <a:endParaRPr sz="14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32" name="Google Shape;232;p19"/>
          <p:cNvSpPr txBox="1">
            <a:spLocks noGrp="1"/>
          </p:cNvSpPr>
          <p:nvPr>
            <p:ph type="subTitle" idx="1"/>
          </p:nvPr>
        </p:nvSpPr>
        <p:spPr>
          <a:xfrm>
            <a:off x="2602800" y="2480400"/>
            <a:ext cx="1702800" cy="52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33" name="Google Shape;233;p19"/>
          <p:cNvSpPr txBox="1">
            <a:spLocks noGrp="1"/>
          </p:cNvSpPr>
          <p:nvPr>
            <p:ph type="body" idx="2"/>
          </p:nvPr>
        </p:nvSpPr>
        <p:spPr>
          <a:xfrm>
            <a:off x="2602800" y="3051589"/>
            <a:ext cx="1702800" cy="6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34" name="Google Shape;234;p19"/>
          <p:cNvSpPr txBox="1">
            <a:spLocks noGrp="1"/>
          </p:cNvSpPr>
          <p:nvPr>
            <p:ph type="subTitle" idx="3"/>
          </p:nvPr>
        </p:nvSpPr>
        <p:spPr>
          <a:xfrm>
            <a:off x="4770000" y="2480400"/>
            <a:ext cx="1702800" cy="52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35" name="Google Shape;235;p19"/>
          <p:cNvSpPr txBox="1">
            <a:spLocks noGrp="1"/>
          </p:cNvSpPr>
          <p:nvPr>
            <p:ph type="body" idx="4"/>
          </p:nvPr>
        </p:nvSpPr>
        <p:spPr>
          <a:xfrm>
            <a:off x="4770000" y="3051589"/>
            <a:ext cx="1702800" cy="6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36" name="Google Shape;236;p19"/>
          <p:cNvSpPr txBox="1">
            <a:spLocks noGrp="1"/>
          </p:cNvSpPr>
          <p:nvPr>
            <p:ph type="subTitle" idx="5"/>
          </p:nvPr>
        </p:nvSpPr>
        <p:spPr>
          <a:xfrm>
            <a:off x="6940800" y="2480400"/>
            <a:ext cx="1702800" cy="52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37" name="Google Shape;237;p19"/>
          <p:cNvSpPr txBox="1">
            <a:spLocks noGrp="1"/>
          </p:cNvSpPr>
          <p:nvPr>
            <p:ph type="body" idx="6"/>
          </p:nvPr>
        </p:nvSpPr>
        <p:spPr>
          <a:xfrm>
            <a:off x="6940800" y="3051589"/>
            <a:ext cx="1702800" cy="6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38" name="Google Shape;238;p19"/>
          <p:cNvSpPr txBox="1">
            <a:spLocks noGrp="1"/>
          </p:cNvSpPr>
          <p:nvPr>
            <p:ph type="title"/>
          </p:nvPr>
        </p:nvSpPr>
        <p:spPr>
          <a:xfrm>
            <a:off x="2469600" y="565200"/>
            <a:ext cx="63036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3 items on timeline v1">
  <p:cSld name="CUSTOM_7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0" name="Google Shape;240;p20"/>
          <p:cNvCxnSpPr/>
          <p:nvPr/>
        </p:nvCxnSpPr>
        <p:spPr>
          <a:xfrm>
            <a:off x="1079125" y="2172725"/>
            <a:ext cx="70905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1" name="Google Shape;241;p20"/>
          <p:cNvSpPr/>
          <p:nvPr/>
        </p:nvSpPr>
        <p:spPr>
          <a:xfrm>
            <a:off x="997405" y="2051213"/>
            <a:ext cx="243000" cy="2430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20"/>
          <p:cNvSpPr/>
          <p:nvPr/>
        </p:nvSpPr>
        <p:spPr>
          <a:xfrm>
            <a:off x="3510430" y="2051213"/>
            <a:ext cx="243000" cy="2430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20"/>
          <p:cNvSpPr/>
          <p:nvPr/>
        </p:nvSpPr>
        <p:spPr>
          <a:xfrm>
            <a:off x="6058505" y="2051213"/>
            <a:ext cx="243000" cy="243000"/>
          </a:xfrm>
          <a:prstGeom prst="roundRect">
            <a:avLst>
              <a:gd name="adj" fmla="val 0"/>
            </a:avLst>
          </a:prstGeom>
          <a:solidFill>
            <a:schemeClr val="accent3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20"/>
          <p:cNvSpPr/>
          <p:nvPr/>
        </p:nvSpPr>
        <p:spPr>
          <a:xfrm>
            <a:off x="5700825" y="1"/>
            <a:ext cx="777300" cy="773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20"/>
          <p:cNvSpPr/>
          <p:nvPr/>
        </p:nvSpPr>
        <p:spPr>
          <a:xfrm>
            <a:off x="8182801" y="4159005"/>
            <a:ext cx="375300" cy="37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20"/>
          <p:cNvSpPr/>
          <p:nvPr/>
        </p:nvSpPr>
        <p:spPr>
          <a:xfrm>
            <a:off x="0" y="3923424"/>
            <a:ext cx="1226100" cy="1220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20"/>
          <p:cNvSpPr txBox="1">
            <a:spLocks noGrp="1"/>
          </p:cNvSpPr>
          <p:nvPr>
            <p:ph type="title"/>
          </p:nvPr>
        </p:nvSpPr>
        <p:spPr>
          <a:xfrm>
            <a:off x="961200" y="1000800"/>
            <a:ext cx="72072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248" name="Google Shape;248;p20"/>
          <p:cNvSpPr txBox="1">
            <a:spLocks noGrp="1"/>
          </p:cNvSpPr>
          <p:nvPr>
            <p:ph type="subTitle" idx="1"/>
          </p:nvPr>
        </p:nvSpPr>
        <p:spPr>
          <a:xfrm>
            <a:off x="961200" y="2422800"/>
            <a:ext cx="2160000" cy="63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49" name="Google Shape;249;p20"/>
          <p:cNvSpPr txBox="1">
            <a:spLocks noGrp="1"/>
          </p:cNvSpPr>
          <p:nvPr>
            <p:ph type="body" idx="2"/>
          </p:nvPr>
        </p:nvSpPr>
        <p:spPr>
          <a:xfrm>
            <a:off x="961200" y="3108516"/>
            <a:ext cx="2160000" cy="8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50" name="Google Shape;250;p20"/>
          <p:cNvSpPr txBox="1">
            <a:spLocks noGrp="1"/>
          </p:cNvSpPr>
          <p:nvPr>
            <p:ph type="subTitle" idx="3"/>
          </p:nvPr>
        </p:nvSpPr>
        <p:spPr>
          <a:xfrm>
            <a:off x="3474000" y="2422800"/>
            <a:ext cx="2160000" cy="63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51" name="Google Shape;251;p20"/>
          <p:cNvSpPr txBox="1">
            <a:spLocks noGrp="1"/>
          </p:cNvSpPr>
          <p:nvPr>
            <p:ph type="body" idx="4"/>
          </p:nvPr>
        </p:nvSpPr>
        <p:spPr>
          <a:xfrm>
            <a:off x="3474000" y="3108516"/>
            <a:ext cx="2160000" cy="8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52" name="Google Shape;252;p20"/>
          <p:cNvSpPr txBox="1">
            <a:spLocks noGrp="1"/>
          </p:cNvSpPr>
          <p:nvPr>
            <p:ph type="subTitle" idx="5"/>
          </p:nvPr>
        </p:nvSpPr>
        <p:spPr>
          <a:xfrm>
            <a:off x="6022800" y="2422800"/>
            <a:ext cx="2160000" cy="63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53" name="Google Shape;253;p20"/>
          <p:cNvSpPr txBox="1">
            <a:spLocks noGrp="1"/>
          </p:cNvSpPr>
          <p:nvPr>
            <p:ph type="body" idx="6"/>
          </p:nvPr>
        </p:nvSpPr>
        <p:spPr>
          <a:xfrm>
            <a:off x="6022800" y="3108516"/>
            <a:ext cx="2160000" cy="8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3 items on timeline v2">
  <p:cSld name="CUSTOM_8"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5" name="Google Shape;255;p21"/>
          <p:cNvCxnSpPr/>
          <p:nvPr/>
        </p:nvCxnSpPr>
        <p:spPr>
          <a:xfrm>
            <a:off x="4658925" y="21425"/>
            <a:ext cx="0" cy="51267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6" name="Google Shape;256;p21"/>
          <p:cNvSpPr/>
          <p:nvPr/>
        </p:nvSpPr>
        <p:spPr>
          <a:xfrm>
            <a:off x="4565166" y="1137552"/>
            <a:ext cx="208800" cy="2088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21"/>
          <p:cNvSpPr/>
          <p:nvPr/>
        </p:nvSpPr>
        <p:spPr>
          <a:xfrm flipH="1">
            <a:off x="4544115" y="2467342"/>
            <a:ext cx="208800" cy="208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21"/>
          <p:cNvSpPr/>
          <p:nvPr/>
        </p:nvSpPr>
        <p:spPr>
          <a:xfrm>
            <a:off x="4543875" y="3797132"/>
            <a:ext cx="208800" cy="208800"/>
          </a:xfrm>
          <a:prstGeom prst="roundRect">
            <a:avLst>
              <a:gd name="adj" fmla="val 0"/>
            </a:avLst>
          </a:prstGeom>
          <a:solidFill>
            <a:schemeClr val="accent3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21"/>
          <p:cNvSpPr/>
          <p:nvPr/>
        </p:nvSpPr>
        <p:spPr>
          <a:xfrm>
            <a:off x="2" y="4213208"/>
            <a:ext cx="934800" cy="930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21"/>
          <p:cNvSpPr/>
          <p:nvPr/>
        </p:nvSpPr>
        <p:spPr>
          <a:xfrm>
            <a:off x="7486627" y="319958"/>
            <a:ext cx="934800" cy="930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21"/>
          <p:cNvSpPr/>
          <p:nvPr/>
        </p:nvSpPr>
        <p:spPr>
          <a:xfrm>
            <a:off x="8421426" y="1250255"/>
            <a:ext cx="375300" cy="37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21"/>
          <p:cNvSpPr txBox="1">
            <a:spLocks noGrp="1"/>
          </p:cNvSpPr>
          <p:nvPr>
            <p:ph type="subTitle" idx="1"/>
          </p:nvPr>
        </p:nvSpPr>
        <p:spPr>
          <a:xfrm>
            <a:off x="4928400" y="918000"/>
            <a:ext cx="29412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63" name="Google Shape;263;p21"/>
          <p:cNvSpPr txBox="1">
            <a:spLocks noGrp="1"/>
          </p:cNvSpPr>
          <p:nvPr>
            <p:ph type="body" idx="2"/>
          </p:nvPr>
        </p:nvSpPr>
        <p:spPr>
          <a:xfrm>
            <a:off x="4928400" y="1285200"/>
            <a:ext cx="29412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64" name="Google Shape;264;p21"/>
          <p:cNvSpPr txBox="1">
            <a:spLocks noGrp="1"/>
          </p:cNvSpPr>
          <p:nvPr>
            <p:ph type="subTitle" idx="3"/>
          </p:nvPr>
        </p:nvSpPr>
        <p:spPr>
          <a:xfrm>
            <a:off x="4928400" y="2296800"/>
            <a:ext cx="29412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65" name="Google Shape;265;p21"/>
          <p:cNvSpPr txBox="1">
            <a:spLocks noGrp="1"/>
          </p:cNvSpPr>
          <p:nvPr>
            <p:ph type="body" idx="4"/>
          </p:nvPr>
        </p:nvSpPr>
        <p:spPr>
          <a:xfrm>
            <a:off x="4928400" y="2664000"/>
            <a:ext cx="29412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66" name="Google Shape;266;p21"/>
          <p:cNvSpPr txBox="1">
            <a:spLocks noGrp="1"/>
          </p:cNvSpPr>
          <p:nvPr>
            <p:ph type="subTitle" idx="5"/>
          </p:nvPr>
        </p:nvSpPr>
        <p:spPr>
          <a:xfrm>
            <a:off x="4928400" y="3675600"/>
            <a:ext cx="29412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67" name="Google Shape;267;p21"/>
          <p:cNvSpPr txBox="1">
            <a:spLocks noGrp="1"/>
          </p:cNvSpPr>
          <p:nvPr>
            <p:ph type="body" idx="6"/>
          </p:nvPr>
        </p:nvSpPr>
        <p:spPr>
          <a:xfrm>
            <a:off x="4928400" y="4042800"/>
            <a:ext cx="29412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68" name="Google Shape;268;p21"/>
          <p:cNvSpPr txBox="1">
            <a:spLocks noGrp="1"/>
          </p:cNvSpPr>
          <p:nvPr>
            <p:ph type="title"/>
          </p:nvPr>
        </p:nvSpPr>
        <p:spPr>
          <a:xfrm>
            <a:off x="482400" y="2314800"/>
            <a:ext cx="3474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4 items on timeline">
  <p:cSld name="CUSTOM_9"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0" name="Google Shape;270;p22"/>
          <p:cNvCxnSpPr/>
          <p:nvPr/>
        </p:nvCxnSpPr>
        <p:spPr>
          <a:xfrm>
            <a:off x="-8675" y="2172725"/>
            <a:ext cx="91677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1" name="Google Shape;271;p22"/>
          <p:cNvSpPr/>
          <p:nvPr/>
        </p:nvSpPr>
        <p:spPr>
          <a:xfrm>
            <a:off x="223850" y="2004575"/>
            <a:ext cx="1863000" cy="336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22"/>
          <p:cNvSpPr/>
          <p:nvPr/>
        </p:nvSpPr>
        <p:spPr>
          <a:xfrm>
            <a:off x="2509850" y="2004575"/>
            <a:ext cx="1863000" cy="336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22"/>
          <p:cNvSpPr/>
          <p:nvPr/>
        </p:nvSpPr>
        <p:spPr>
          <a:xfrm>
            <a:off x="4795850" y="2004575"/>
            <a:ext cx="1863000" cy="336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22"/>
          <p:cNvSpPr/>
          <p:nvPr/>
        </p:nvSpPr>
        <p:spPr>
          <a:xfrm>
            <a:off x="7081850" y="2004575"/>
            <a:ext cx="1863000" cy="336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22"/>
          <p:cNvSpPr/>
          <p:nvPr/>
        </p:nvSpPr>
        <p:spPr>
          <a:xfrm>
            <a:off x="0" y="-1"/>
            <a:ext cx="924000" cy="920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22"/>
          <p:cNvSpPr/>
          <p:nvPr/>
        </p:nvSpPr>
        <p:spPr>
          <a:xfrm>
            <a:off x="8045109" y="4044221"/>
            <a:ext cx="606000" cy="603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22"/>
          <p:cNvSpPr/>
          <p:nvPr/>
        </p:nvSpPr>
        <p:spPr>
          <a:xfrm>
            <a:off x="7830625" y="3830525"/>
            <a:ext cx="214500" cy="213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22"/>
          <p:cNvSpPr txBox="1">
            <a:spLocks noGrp="1"/>
          </p:cNvSpPr>
          <p:nvPr>
            <p:ph type="subTitle" idx="1"/>
          </p:nvPr>
        </p:nvSpPr>
        <p:spPr>
          <a:xfrm>
            <a:off x="223850" y="2470825"/>
            <a:ext cx="1863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79" name="Google Shape;279;p22"/>
          <p:cNvSpPr txBox="1">
            <a:spLocks noGrp="1"/>
          </p:cNvSpPr>
          <p:nvPr>
            <p:ph type="body" idx="2"/>
          </p:nvPr>
        </p:nvSpPr>
        <p:spPr>
          <a:xfrm>
            <a:off x="223850" y="3049175"/>
            <a:ext cx="1863000" cy="9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80" name="Google Shape;280;p22"/>
          <p:cNvSpPr txBox="1">
            <a:spLocks noGrp="1"/>
          </p:cNvSpPr>
          <p:nvPr>
            <p:ph type="subTitle" idx="3"/>
          </p:nvPr>
        </p:nvSpPr>
        <p:spPr>
          <a:xfrm>
            <a:off x="2509850" y="2470825"/>
            <a:ext cx="1863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81" name="Google Shape;281;p22"/>
          <p:cNvSpPr txBox="1">
            <a:spLocks noGrp="1"/>
          </p:cNvSpPr>
          <p:nvPr>
            <p:ph type="body" idx="4"/>
          </p:nvPr>
        </p:nvSpPr>
        <p:spPr>
          <a:xfrm>
            <a:off x="2509850" y="3049175"/>
            <a:ext cx="1863000" cy="9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82" name="Google Shape;282;p22"/>
          <p:cNvSpPr txBox="1">
            <a:spLocks noGrp="1"/>
          </p:cNvSpPr>
          <p:nvPr>
            <p:ph type="subTitle" idx="5"/>
          </p:nvPr>
        </p:nvSpPr>
        <p:spPr>
          <a:xfrm>
            <a:off x="4795850" y="2470825"/>
            <a:ext cx="1863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83" name="Google Shape;283;p22"/>
          <p:cNvSpPr txBox="1">
            <a:spLocks noGrp="1"/>
          </p:cNvSpPr>
          <p:nvPr>
            <p:ph type="body" idx="6"/>
          </p:nvPr>
        </p:nvSpPr>
        <p:spPr>
          <a:xfrm>
            <a:off x="4795850" y="3049175"/>
            <a:ext cx="1863000" cy="9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84" name="Google Shape;284;p22"/>
          <p:cNvSpPr txBox="1">
            <a:spLocks noGrp="1"/>
          </p:cNvSpPr>
          <p:nvPr>
            <p:ph type="subTitle" idx="7"/>
          </p:nvPr>
        </p:nvSpPr>
        <p:spPr>
          <a:xfrm>
            <a:off x="7081850" y="2470825"/>
            <a:ext cx="1863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85" name="Google Shape;285;p22"/>
          <p:cNvSpPr txBox="1">
            <a:spLocks noGrp="1"/>
          </p:cNvSpPr>
          <p:nvPr>
            <p:ph type="body" idx="8"/>
          </p:nvPr>
        </p:nvSpPr>
        <p:spPr>
          <a:xfrm>
            <a:off x="7081850" y="3049175"/>
            <a:ext cx="1863000" cy="9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86" name="Google Shape;286;p22"/>
          <p:cNvSpPr txBox="1">
            <a:spLocks noGrp="1"/>
          </p:cNvSpPr>
          <p:nvPr>
            <p:ph type="title"/>
          </p:nvPr>
        </p:nvSpPr>
        <p:spPr>
          <a:xfrm>
            <a:off x="1339225" y="888075"/>
            <a:ext cx="64719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ngle User Bio Slide v1">
  <p:cSld name="CUSTOM_10"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3"/>
          <p:cNvSpPr/>
          <p:nvPr/>
        </p:nvSpPr>
        <p:spPr>
          <a:xfrm>
            <a:off x="3332075" y="796200"/>
            <a:ext cx="5448900" cy="3551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23"/>
          <p:cNvSpPr/>
          <p:nvPr/>
        </p:nvSpPr>
        <p:spPr>
          <a:xfrm>
            <a:off x="157750" y="0"/>
            <a:ext cx="800100" cy="796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23"/>
          <p:cNvSpPr>
            <a:spLocks noGrp="1"/>
          </p:cNvSpPr>
          <p:nvPr>
            <p:ph type="pic" idx="2"/>
          </p:nvPr>
        </p:nvSpPr>
        <p:spPr>
          <a:xfrm>
            <a:off x="957600" y="799200"/>
            <a:ext cx="2894400" cy="2894400"/>
          </a:xfrm>
          <a:prstGeom prst="rect">
            <a:avLst/>
          </a:prstGeom>
          <a:noFill/>
          <a:ln>
            <a:noFill/>
          </a:ln>
        </p:spPr>
      </p:sp>
      <p:sp>
        <p:nvSpPr>
          <p:cNvPr id="291" name="Google Shape;291;p23"/>
          <p:cNvSpPr/>
          <p:nvPr/>
        </p:nvSpPr>
        <p:spPr>
          <a:xfrm>
            <a:off x="551625" y="3422575"/>
            <a:ext cx="2892600" cy="118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23"/>
          <p:cNvSpPr txBox="1">
            <a:spLocks noGrp="1"/>
          </p:cNvSpPr>
          <p:nvPr>
            <p:ph type="title"/>
          </p:nvPr>
        </p:nvSpPr>
        <p:spPr>
          <a:xfrm>
            <a:off x="4230000" y="1033200"/>
            <a:ext cx="43272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3" name="Google Shape;293;p23"/>
          <p:cNvSpPr txBox="1">
            <a:spLocks noGrp="1"/>
          </p:cNvSpPr>
          <p:nvPr>
            <p:ph type="body" idx="1"/>
          </p:nvPr>
        </p:nvSpPr>
        <p:spPr>
          <a:xfrm>
            <a:off x="4230000" y="1717200"/>
            <a:ext cx="4327200" cy="238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4" name="Google Shape;294;p23"/>
          <p:cNvSpPr txBox="1">
            <a:spLocks noGrp="1"/>
          </p:cNvSpPr>
          <p:nvPr>
            <p:ph type="subTitle" idx="3"/>
          </p:nvPr>
        </p:nvSpPr>
        <p:spPr>
          <a:xfrm>
            <a:off x="756675" y="3541450"/>
            <a:ext cx="2482500" cy="45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95" name="Google Shape;295;p23"/>
          <p:cNvSpPr txBox="1">
            <a:spLocks noGrp="1"/>
          </p:cNvSpPr>
          <p:nvPr>
            <p:ph type="body" idx="4"/>
          </p:nvPr>
        </p:nvSpPr>
        <p:spPr>
          <a:xfrm>
            <a:off x="756675" y="4031807"/>
            <a:ext cx="2482500" cy="45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ngle User Bio Slide v2">
  <p:cSld name="CUSTOM_11"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24"/>
          <p:cNvSpPr/>
          <p:nvPr/>
        </p:nvSpPr>
        <p:spPr>
          <a:xfrm>
            <a:off x="0" y="-10800"/>
            <a:ext cx="6821400" cy="1827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24"/>
          <p:cNvSpPr/>
          <p:nvPr/>
        </p:nvSpPr>
        <p:spPr>
          <a:xfrm>
            <a:off x="6821425" y="3703675"/>
            <a:ext cx="2322600" cy="1429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858E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24"/>
          <p:cNvSpPr/>
          <p:nvPr/>
        </p:nvSpPr>
        <p:spPr>
          <a:xfrm>
            <a:off x="0" y="4008099"/>
            <a:ext cx="1140600" cy="113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24"/>
          <p:cNvSpPr/>
          <p:nvPr/>
        </p:nvSpPr>
        <p:spPr>
          <a:xfrm rot="10800000">
            <a:off x="1140600" y="3788549"/>
            <a:ext cx="242400" cy="241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24"/>
          <p:cNvSpPr>
            <a:spLocks noGrp="1"/>
          </p:cNvSpPr>
          <p:nvPr>
            <p:ph type="pic" idx="2"/>
          </p:nvPr>
        </p:nvSpPr>
        <p:spPr>
          <a:xfrm>
            <a:off x="6819600" y="-9500"/>
            <a:ext cx="2322600" cy="3713100"/>
          </a:xfrm>
          <a:prstGeom prst="rect">
            <a:avLst/>
          </a:prstGeom>
          <a:noFill/>
          <a:ln>
            <a:noFill/>
          </a:ln>
        </p:spPr>
      </p:sp>
      <p:sp>
        <p:nvSpPr>
          <p:cNvPr id="302" name="Google Shape;302;p24"/>
          <p:cNvSpPr txBox="1">
            <a:spLocks noGrp="1"/>
          </p:cNvSpPr>
          <p:nvPr>
            <p:ph type="subTitle" idx="1"/>
          </p:nvPr>
        </p:nvSpPr>
        <p:spPr>
          <a:xfrm>
            <a:off x="7014300" y="3925963"/>
            <a:ext cx="1933200" cy="4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03" name="Google Shape;303;p24"/>
          <p:cNvSpPr txBox="1">
            <a:spLocks noGrp="1"/>
          </p:cNvSpPr>
          <p:nvPr>
            <p:ph type="body" idx="3"/>
          </p:nvPr>
        </p:nvSpPr>
        <p:spPr>
          <a:xfrm>
            <a:off x="7014300" y="4435078"/>
            <a:ext cx="1933200" cy="4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4" name="Google Shape;304;p24"/>
          <p:cNvSpPr txBox="1">
            <a:spLocks noGrp="1"/>
          </p:cNvSpPr>
          <p:nvPr>
            <p:ph type="title"/>
          </p:nvPr>
        </p:nvSpPr>
        <p:spPr>
          <a:xfrm>
            <a:off x="349200" y="522800"/>
            <a:ext cx="62676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5" name="Google Shape;305;p24"/>
          <p:cNvSpPr txBox="1">
            <a:spLocks noGrp="1"/>
          </p:cNvSpPr>
          <p:nvPr>
            <p:ph type="body" idx="4"/>
          </p:nvPr>
        </p:nvSpPr>
        <p:spPr>
          <a:xfrm>
            <a:off x="349200" y="1984575"/>
            <a:ext cx="6267600" cy="29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ngle User Bio Slide v3">
  <p:cSld name="CUSTOM_12"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5"/>
          <p:cNvSpPr/>
          <p:nvPr/>
        </p:nvSpPr>
        <p:spPr>
          <a:xfrm>
            <a:off x="152100" y="1006800"/>
            <a:ext cx="2132400" cy="1217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25"/>
          <p:cNvSpPr/>
          <p:nvPr/>
        </p:nvSpPr>
        <p:spPr>
          <a:xfrm rot="10800000">
            <a:off x="1491250" y="3937108"/>
            <a:ext cx="793200" cy="789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25"/>
          <p:cNvSpPr/>
          <p:nvPr/>
        </p:nvSpPr>
        <p:spPr>
          <a:xfrm rot="10800000">
            <a:off x="1072974" y="4727100"/>
            <a:ext cx="418200" cy="416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25"/>
          <p:cNvSpPr/>
          <p:nvPr/>
        </p:nvSpPr>
        <p:spPr>
          <a:xfrm rot="10800000">
            <a:off x="8133001" y="0"/>
            <a:ext cx="1011000" cy="1006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25"/>
          <p:cNvSpPr>
            <a:spLocks noGrp="1"/>
          </p:cNvSpPr>
          <p:nvPr>
            <p:ph type="pic" idx="2"/>
          </p:nvPr>
        </p:nvSpPr>
        <p:spPr>
          <a:xfrm>
            <a:off x="2286000" y="2224800"/>
            <a:ext cx="1918800" cy="1713600"/>
          </a:xfrm>
          <a:prstGeom prst="rect">
            <a:avLst/>
          </a:prstGeom>
          <a:noFill/>
          <a:ln>
            <a:noFill/>
          </a:ln>
        </p:spPr>
      </p:sp>
      <p:sp>
        <p:nvSpPr>
          <p:cNvPr id="312" name="Google Shape;312;p25"/>
          <p:cNvSpPr txBox="1">
            <a:spLocks noGrp="1"/>
          </p:cNvSpPr>
          <p:nvPr>
            <p:ph type="title"/>
          </p:nvPr>
        </p:nvSpPr>
        <p:spPr>
          <a:xfrm>
            <a:off x="4356000" y="1231200"/>
            <a:ext cx="43272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13" name="Google Shape;313;p25"/>
          <p:cNvSpPr txBox="1">
            <a:spLocks noGrp="1"/>
          </p:cNvSpPr>
          <p:nvPr>
            <p:ph type="body" idx="1"/>
          </p:nvPr>
        </p:nvSpPr>
        <p:spPr>
          <a:xfrm>
            <a:off x="4356000" y="1828800"/>
            <a:ext cx="4327200" cy="20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4" name="Google Shape;314;p25"/>
          <p:cNvSpPr txBox="1">
            <a:spLocks noGrp="1"/>
          </p:cNvSpPr>
          <p:nvPr>
            <p:ph type="subTitle" idx="3"/>
          </p:nvPr>
        </p:nvSpPr>
        <p:spPr>
          <a:xfrm>
            <a:off x="251700" y="1123188"/>
            <a:ext cx="1933200" cy="4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15" name="Google Shape;315;p25"/>
          <p:cNvSpPr txBox="1">
            <a:spLocks noGrp="1"/>
          </p:cNvSpPr>
          <p:nvPr>
            <p:ph type="body" idx="4"/>
          </p:nvPr>
        </p:nvSpPr>
        <p:spPr>
          <a:xfrm>
            <a:off x="251700" y="1632303"/>
            <a:ext cx="1933200" cy="4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Us Slide v1">
  <p:cSld name="CUSTOM_13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6"/>
          <p:cNvSpPr/>
          <p:nvPr/>
        </p:nvSpPr>
        <p:spPr>
          <a:xfrm>
            <a:off x="6893725" y="2893800"/>
            <a:ext cx="2250900" cy="2239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26"/>
          <p:cNvSpPr/>
          <p:nvPr/>
        </p:nvSpPr>
        <p:spPr>
          <a:xfrm>
            <a:off x="8459400" y="0"/>
            <a:ext cx="684600" cy="681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26"/>
          <p:cNvSpPr/>
          <p:nvPr/>
        </p:nvSpPr>
        <p:spPr>
          <a:xfrm>
            <a:off x="4015800" y="4451250"/>
            <a:ext cx="684600" cy="681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26"/>
          <p:cNvSpPr/>
          <p:nvPr/>
        </p:nvSpPr>
        <p:spPr>
          <a:xfrm>
            <a:off x="3667025" y="4104000"/>
            <a:ext cx="348900" cy="34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26"/>
          <p:cNvSpPr>
            <a:spLocks noGrp="1"/>
          </p:cNvSpPr>
          <p:nvPr>
            <p:ph type="pic" idx="2"/>
          </p:nvPr>
        </p:nvSpPr>
        <p:spPr>
          <a:xfrm>
            <a:off x="4701600" y="691200"/>
            <a:ext cx="3758400" cy="3758400"/>
          </a:xfrm>
          <a:prstGeom prst="rect">
            <a:avLst/>
          </a:prstGeom>
          <a:noFill/>
          <a:ln>
            <a:noFill/>
          </a:ln>
        </p:spPr>
      </p:sp>
      <p:sp>
        <p:nvSpPr>
          <p:cNvPr id="322" name="Google Shape;322;p26"/>
          <p:cNvSpPr txBox="1">
            <a:spLocks noGrp="1"/>
          </p:cNvSpPr>
          <p:nvPr>
            <p:ph type="title"/>
          </p:nvPr>
        </p:nvSpPr>
        <p:spPr>
          <a:xfrm>
            <a:off x="327600" y="691200"/>
            <a:ext cx="43272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23" name="Google Shape;323;p26"/>
          <p:cNvSpPr txBox="1">
            <a:spLocks noGrp="1"/>
          </p:cNvSpPr>
          <p:nvPr>
            <p:ph type="body" idx="1"/>
          </p:nvPr>
        </p:nvSpPr>
        <p:spPr>
          <a:xfrm>
            <a:off x="439200" y="1735200"/>
            <a:ext cx="3592800" cy="3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4" name="Google Shape;324;p26"/>
          <p:cNvSpPr txBox="1"/>
          <p:nvPr/>
        </p:nvSpPr>
        <p:spPr>
          <a:xfrm>
            <a:off x="438446" y="2343882"/>
            <a:ext cx="35910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Email</a:t>
            </a:r>
            <a:endParaRPr sz="1400" b="0" i="0" u="none" strike="noStrike" cap="none">
              <a:solidFill>
                <a:schemeClr val="dk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25" name="Google Shape;325;p26"/>
          <p:cNvSpPr txBox="1"/>
          <p:nvPr/>
        </p:nvSpPr>
        <p:spPr>
          <a:xfrm>
            <a:off x="438446" y="3211052"/>
            <a:ext cx="35910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Site Link</a:t>
            </a:r>
            <a:endParaRPr sz="1400" b="0" i="0" u="none" strike="noStrike" cap="none">
              <a:solidFill>
                <a:schemeClr val="dk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26" name="Google Shape;326;p26"/>
          <p:cNvSpPr txBox="1">
            <a:spLocks noGrp="1"/>
          </p:cNvSpPr>
          <p:nvPr>
            <p:ph type="body" idx="3"/>
          </p:nvPr>
        </p:nvSpPr>
        <p:spPr>
          <a:xfrm>
            <a:off x="439200" y="2602800"/>
            <a:ext cx="3592800" cy="3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7" name="Google Shape;327;p26"/>
          <p:cNvSpPr txBox="1"/>
          <p:nvPr/>
        </p:nvSpPr>
        <p:spPr>
          <a:xfrm>
            <a:off x="438446" y="1476713"/>
            <a:ext cx="35910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Number</a:t>
            </a:r>
            <a:endParaRPr sz="1400" b="0" i="0" u="none" strike="noStrike" cap="none">
              <a:solidFill>
                <a:schemeClr val="dk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28" name="Google Shape;328;p26"/>
          <p:cNvSpPr txBox="1">
            <a:spLocks noGrp="1"/>
          </p:cNvSpPr>
          <p:nvPr>
            <p:ph type="body" idx="4"/>
          </p:nvPr>
        </p:nvSpPr>
        <p:spPr>
          <a:xfrm>
            <a:off x="439200" y="3470400"/>
            <a:ext cx="3592800" cy="3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Us Slide v2">
  <p:cSld name="CUSTOM_14"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27"/>
          <p:cNvSpPr/>
          <p:nvPr/>
        </p:nvSpPr>
        <p:spPr>
          <a:xfrm>
            <a:off x="7529401" y="353850"/>
            <a:ext cx="1614600" cy="1607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27"/>
          <p:cNvSpPr/>
          <p:nvPr/>
        </p:nvSpPr>
        <p:spPr>
          <a:xfrm>
            <a:off x="7173980" y="0"/>
            <a:ext cx="355500" cy="353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27"/>
          <p:cNvSpPr>
            <a:spLocks noGrp="1"/>
          </p:cNvSpPr>
          <p:nvPr>
            <p:ph type="pic" idx="2"/>
          </p:nvPr>
        </p:nvSpPr>
        <p:spPr>
          <a:xfrm>
            <a:off x="4334400" y="1962000"/>
            <a:ext cx="3196800" cy="3182400"/>
          </a:xfrm>
          <a:prstGeom prst="rect">
            <a:avLst/>
          </a:prstGeom>
          <a:noFill/>
          <a:ln>
            <a:noFill/>
          </a:ln>
        </p:spPr>
      </p:sp>
      <p:sp>
        <p:nvSpPr>
          <p:cNvPr id="333" name="Google Shape;333;p27"/>
          <p:cNvSpPr txBox="1">
            <a:spLocks noGrp="1"/>
          </p:cNvSpPr>
          <p:nvPr>
            <p:ph type="title"/>
          </p:nvPr>
        </p:nvSpPr>
        <p:spPr>
          <a:xfrm>
            <a:off x="4402800" y="918000"/>
            <a:ext cx="30132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34" name="Google Shape;334;p27"/>
          <p:cNvSpPr txBox="1"/>
          <p:nvPr/>
        </p:nvSpPr>
        <p:spPr>
          <a:xfrm>
            <a:off x="516830" y="730050"/>
            <a:ext cx="33237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Number</a:t>
            </a:r>
            <a:endParaRPr sz="1400" b="0" i="0" u="none" strike="noStrike" cap="none">
              <a:solidFill>
                <a:schemeClr val="dk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35" name="Google Shape;335;p27"/>
          <p:cNvSpPr txBox="1"/>
          <p:nvPr/>
        </p:nvSpPr>
        <p:spPr>
          <a:xfrm>
            <a:off x="516830" y="1597220"/>
            <a:ext cx="33237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Email</a:t>
            </a:r>
            <a:endParaRPr sz="1400" b="0" i="0" u="none" strike="noStrike" cap="none">
              <a:solidFill>
                <a:schemeClr val="dk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36" name="Google Shape;336;p27"/>
          <p:cNvSpPr txBox="1"/>
          <p:nvPr/>
        </p:nvSpPr>
        <p:spPr>
          <a:xfrm>
            <a:off x="516830" y="2464389"/>
            <a:ext cx="33237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Site Link</a:t>
            </a:r>
            <a:endParaRPr sz="1400" b="0" i="0" u="none" strike="noStrike" cap="none">
              <a:solidFill>
                <a:schemeClr val="dk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37" name="Google Shape;337;p27"/>
          <p:cNvSpPr txBox="1"/>
          <p:nvPr/>
        </p:nvSpPr>
        <p:spPr>
          <a:xfrm>
            <a:off x="516830" y="3331559"/>
            <a:ext cx="33237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Address</a:t>
            </a:r>
            <a:endParaRPr sz="1400" b="0" i="0" u="none" strike="noStrike" cap="none">
              <a:solidFill>
                <a:schemeClr val="dk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38" name="Google Shape;338;p27"/>
          <p:cNvSpPr txBox="1">
            <a:spLocks noGrp="1"/>
          </p:cNvSpPr>
          <p:nvPr>
            <p:ph type="body" idx="1"/>
          </p:nvPr>
        </p:nvSpPr>
        <p:spPr>
          <a:xfrm>
            <a:off x="514800" y="990000"/>
            <a:ext cx="3322800" cy="3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39" name="Google Shape;339;p27"/>
          <p:cNvSpPr txBox="1">
            <a:spLocks noGrp="1"/>
          </p:cNvSpPr>
          <p:nvPr>
            <p:ph type="body" idx="3"/>
          </p:nvPr>
        </p:nvSpPr>
        <p:spPr>
          <a:xfrm>
            <a:off x="514800" y="1857600"/>
            <a:ext cx="3322800" cy="3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40" name="Google Shape;340;p27"/>
          <p:cNvSpPr txBox="1">
            <a:spLocks noGrp="1"/>
          </p:cNvSpPr>
          <p:nvPr>
            <p:ph type="body" idx="4"/>
          </p:nvPr>
        </p:nvSpPr>
        <p:spPr>
          <a:xfrm>
            <a:off x="514800" y="2725200"/>
            <a:ext cx="3322800" cy="3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41" name="Google Shape;341;p27"/>
          <p:cNvSpPr txBox="1">
            <a:spLocks noGrp="1"/>
          </p:cNvSpPr>
          <p:nvPr>
            <p:ph type="body" idx="5"/>
          </p:nvPr>
        </p:nvSpPr>
        <p:spPr>
          <a:xfrm>
            <a:off x="514800" y="3589200"/>
            <a:ext cx="3322800" cy="8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">
  <p:cSld name="CUSTOM_15"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28"/>
          <p:cNvSpPr/>
          <p:nvPr/>
        </p:nvSpPr>
        <p:spPr>
          <a:xfrm>
            <a:off x="6877083" y="2876224"/>
            <a:ext cx="1615800" cy="1608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28"/>
          <p:cNvSpPr/>
          <p:nvPr/>
        </p:nvSpPr>
        <p:spPr>
          <a:xfrm>
            <a:off x="0" y="4787813"/>
            <a:ext cx="9144000" cy="363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28"/>
          <p:cNvSpPr/>
          <p:nvPr/>
        </p:nvSpPr>
        <p:spPr>
          <a:xfrm>
            <a:off x="361436" y="365681"/>
            <a:ext cx="2036400" cy="2027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28"/>
          <p:cNvSpPr txBox="1">
            <a:spLocks noGrp="1"/>
          </p:cNvSpPr>
          <p:nvPr>
            <p:ph type="title"/>
          </p:nvPr>
        </p:nvSpPr>
        <p:spPr>
          <a:xfrm>
            <a:off x="2885325" y="1859425"/>
            <a:ext cx="3646200" cy="68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Font typeface="Hanken Grotesk"/>
              <a:buNone/>
              <a:defRPr b="1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Hanken Grotesk"/>
              <a:buNone/>
              <a:defRPr sz="4500" b="1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Hanken Grotesk"/>
              <a:buNone/>
              <a:defRPr sz="4500" b="1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Hanken Grotesk"/>
              <a:buNone/>
              <a:defRPr sz="4500" b="1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Hanken Grotesk"/>
              <a:buNone/>
              <a:defRPr sz="4500" b="1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Hanken Grotesk"/>
              <a:buNone/>
              <a:defRPr sz="4500" b="1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Hanken Grotesk"/>
              <a:buNone/>
              <a:defRPr sz="4500" b="1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Hanken Grotesk"/>
              <a:buNone/>
              <a:defRPr sz="4500" b="1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Hanken Grotesk"/>
              <a:buNone/>
              <a:defRPr sz="4500" b="1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347" name="Google Shape;347;p28"/>
          <p:cNvSpPr txBox="1">
            <a:spLocks noGrp="1"/>
          </p:cNvSpPr>
          <p:nvPr>
            <p:ph type="title" idx="2"/>
          </p:nvPr>
        </p:nvSpPr>
        <p:spPr>
          <a:xfrm>
            <a:off x="2885354" y="2746477"/>
            <a:ext cx="3646200" cy="5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Lexend SemiBold"/>
              <a:buNone/>
              <a:defRPr sz="1400" b="0">
                <a:solidFill>
                  <a:schemeClr val="accent2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exend SemiBold"/>
              <a:buNone/>
              <a:defRPr sz="1400">
                <a:solidFill>
                  <a:schemeClr val="accent3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exend SemiBold"/>
              <a:buNone/>
              <a:defRPr sz="1400">
                <a:solidFill>
                  <a:schemeClr val="accent3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exend SemiBold"/>
              <a:buNone/>
              <a:defRPr sz="1400">
                <a:solidFill>
                  <a:schemeClr val="accent3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exend SemiBold"/>
              <a:buNone/>
              <a:defRPr sz="1400">
                <a:solidFill>
                  <a:schemeClr val="accent3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exend SemiBold"/>
              <a:buNone/>
              <a:defRPr sz="1400">
                <a:solidFill>
                  <a:schemeClr val="accent3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exend SemiBold"/>
              <a:buNone/>
              <a:defRPr sz="1400">
                <a:solidFill>
                  <a:schemeClr val="accent3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exend SemiBold"/>
              <a:buNone/>
              <a:defRPr sz="1400">
                <a:solidFill>
                  <a:schemeClr val="accent3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exend SemiBold"/>
              <a:buNone/>
              <a:defRPr sz="1400">
                <a:solidFill>
                  <a:schemeClr val="accent3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48" name="Google Shape;348;p28"/>
          <p:cNvSpPr/>
          <p:nvPr/>
        </p:nvSpPr>
        <p:spPr>
          <a:xfrm>
            <a:off x="8492822" y="4471946"/>
            <a:ext cx="365400" cy="363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Agenda slide - v1 ">
  <p:cSld name="CUSTOM_16"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9"/>
          <p:cNvSpPr/>
          <p:nvPr/>
        </p:nvSpPr>
        <p:spPr>
          <a:xfrm>
            <a:off x="436813" y="1908025"/>
            <a:ext cx="535200" cy="53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351" name="Google Shape;351;p29"/>
          <p:cNvSpPr txBox="1"/>
          <p:nvPr/>
        </p:nvSpPr>
        <p:spPr>
          <a:xfrm>
            <a:off x="480775" y="2045725"/>
            <a:ext cx="4914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01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52" name="Google Shape;352;p29"/>
          <p:cNvSpPr txBox="1">
            <a:spLocks noGrp="1"/>
          </p:cNvSpPr>
          <p:nvPr>
            <p:ph type="subTitle" idx="1"/>
          </p:nvPr>
        </p:nvSpPr>
        <p:spPr>
          <a:xfrm>
            <a:off x="1096088" y="1908025"/>
            <a:ext cx="1863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53" name="Google Shape;353;p29"/>
          <p:cNvSpPr txBox="1">
            <a:spLocks noGrp="1"/>
          </p:cNvSpPr>
          <p:nvPr>
            <p:ph type="body" idx="2"/>
          </p:nvPr>
        </p:nvSpPr>
        <p:spPr>
          <a:xfrm>
            <a:off x="1096088" y="2486375"/>
            <a:ext cx="1863000" cy="9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54" name="Google Shape;354;p29"/>
          <p:cNvSpPr/>
          <p:nvPr/>
        </p:nvSpPr>
        <p:spPr>
          <a:xfrm>
            <a:off x="3319713" y="1908025"/>
            <a:ext cx="535200" cy="53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355" name="Google Shape;355;p29"/>
          <p:cNvSpPr txBox="1"/>
          <p:nvPr/>
        </p:nvSpPr>
        <p:spPr>
          <a:xfrm>
            <a:off x="3319875" y="2045725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02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56" name="Google Shape;356;p29"/>
          <p:cNvSpPr txBox="1">
            <a:spLocks noGrp="1"/>
          </p:cNvSpPr>
          <p:nvPr>
            <p:ph type="subTitle" idx="3"/>
          </p:nvPr>
        </p:nvSpPr>
        <p:spPr>
          <a:xfrm>
            <a:off x="3978988" y="1908025"/>
            <a:ext cx="1863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57" name="Google Shape;357;p29"/>
          <p:cNvSpPr txBox="1">
            <a:spLocks noGrp="1"/>
          </p:cNvSpPr>
          <p:nvPr>
            <p:ph type="body" idx="4"/>
          </p:nvPr>
        </p:nvSpPr>
        <p:spPr>
          <a:xfrm>
            <a:off x="3978988" y="2486375"/>
            <a:ext cx="1863000" cy="9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58" name="Google Shape;358;p29"/>
          <p:cNvSpPr/>
          <p:nvPr/>
        </p:nvSpPr>
        <p:spPr>
          <a:xfrm>
            <a:off x="6202613" y="1908025"/>
            <a:ext cx="535200" cy="53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359" name="Google Shape;359;p29"/>
          <p:cNvSpPr txBox="1"/>
          <p:nvPr/>
        </p:nvSpPr>
        <p:spPr>
          <a:xfrm>
            <a:off x="6202475" y="2045725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03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60" name="Google Shape;360;p29"/>
          <p:cNvSpPr txBox="1">
            <a:spLocks noGrp="1"/>
          </p:cNvSpPr>
          <p:nvPr>
            <p:ph type="subTitle" idx="5"/>
          </p:nvPr>
        </p:nvSpPr>
        <p:spPr>
          <a:xfrm>
            <a:off x="6861888" y="1908025"/>
            <a:ext cx="1863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61" name="Google Shape;361;p29"/>
          <p:cNvSpPr txBox="1">
            <a:spLocks noGrp="1"/>
          </p:cNvSpPr>
          <p:nvPr>
            <p:ph type="body" idx="6"/>
          </p:nvPr>
        </p:nvSpPr>
        <p:spPr>
          <a:xfrm>
            <a:off x="6861888" y="2486375"/>
            <a:ext cx="1863000" cy="9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62" name="Google Shape;362;p29"/>
          <p:cNvSpPr txBox="1">
            <a:spLocks noGrp="1"/>
          </p:cNvSpPr>
          <p:nvPr>
            <p:ph type="title"/>
          </p:nvPr>
        </p:nvSpPr>
        <p:spPr>
          <a:xfrm>
            <a:off x="427950" y="813900"/>
            <a:ext cx="82881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63" name="Google Shape;363;p29"/>
          <p:cNvSpPr/>
          <p:nvPr/>
        </p:nvSpPr>
        <p:spPr>
          <a:xfrm>
            <a:off x="2" y="4213208"/>
            <a:ext cx="934800" cy="930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29"/>
          <p:cNvSpPr/>
          <p:nvPr/>
        </p:nvSpPr>
        <p:spPr>
          <a:xfrm>
            <a:off x="7881374" y="-1153"/>
            <a:ext cx="1280400" cy="1274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Agenda slide - v2">
  <p:cSld name="CUSTOM_17"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30"/>
          <p:cNvSpPr/>
          <p:nvPr/>
        </p:nvSpPr>
        <p:spPr>
          <a:xfrm>
            <a:off x="1362113" y="1762338"/>
            <a:ext cx="535200" cy="53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367" name="Google Shape;367;p30"/>
          <p:cNvSpPr txBox="1"/>
          <p:nvPr/>
        </p:nvSpPr>
        <p:spPr>
          <a:xfrm>
            <a:off x="1362275" y="1900050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01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68" name="Google Shape;368;p30"/>
          <p:cNvSpPr txBox="1">
            <a:spLocks noGrp="1"/>
          </p:cNvSpPr>
          <p:nvPr>
            <p:ph type="subTitle" idx="1"/>
          </p:nvPr>
        </p:nvSpPr>
        <p:spPr>
          <a:xfrm>
            <a:off x="720263" y="2352013"/>
            <a:ext cx="1863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69" name="Google Shape;369;p30"/>
          <p:cNvSpPr txBox="1">
            <a:spLocks noGrp="1"/>
          </p:cNvSpPr>
          <p:nvPr>
            <p:ph type="body" idx="2"/>
          </p:nvPr>
        </p:nvSpPr>
        <p:spPr>
          <a:xfrm>
            <a:off x="720263" y="2930363"/>
            <a:ext cx="1863000" cy="9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70" name="Google Shape;370;p30"/>
          <p:cNvSpPr/>
          <p:nvPr/>
        </p:nvSpPr>
        <p:spPr>
          <a:xfrm>
            <a:off x="4018238" y="1761750"/>
            <a:ext cx="535200" cy="53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371" name="Google Shape;371;p30"/>
          <p:cNvSpPr txBox="1"/>
          <p:nvPr/>
        </p:nvSpPr>
        <p:spPr>
          <a:xfrm>
            <a:off x="4018400" y="1899463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02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72" name="Google Shape;372;p30"/>
          <p:cNvSpPr txBox="1">
            <a:spLocks noGrp="1"/>
          </p:cNvSpPr>
          <p:nvPr>
            <p:ph type="subTitle" idx="3"/>
          </p:nvPr>
        </p:nvSpPr>
        <p:spPr>
          <a:xfrm>
            <a:off x="3376388" y="2351425"/>
            <a:ext cx="1863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73" name="Google Shape;373;p30"/>
          <p:cNvSpPr txBox="1">
            <a:spLocks noGrp="1"/>
          </p:cNvSpPr>
          <p:nvPr>
            <p:ph type="body" idx="4"/>
          </p:nvPr>
        </p:nvSpPr>
        <p:spPr>
          <a:xfrm>
            <a:off x="3376388" y="2929775"/>
            <a:ext cx="1863000" cy="9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74" name="Google Shape;374;p30"/>
          <p:cNvSpPr/>
          <p:nvPr/>
        </p:nvSpPr>
        <p:spPr>
          <a:xfrm>
            <a:off x="6674363" y="1762338"/>
            <a:ext cx="535200" cy="535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375" name="Google Shape;375;p30"/>
          <p:cNvSpPr txBox="1"/>
          <p:nvPr/>
        </p:nvSpPr>
        <p:spPr>
          <a:xfrm>
            <a:off x="6674525" y="1900050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03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76" name="Google Shape;376;p30"/>
          <p:cNvSpPr txBox="1">
            <a:spLocks noGrp="1"/>
          </p:cNvSpPr>
          <p:nvPr>
            <p:ph type="subTitle" idx="5"/>
          </p:nvPr>
        </p:nvSpPr>
        <p:spPr>
          <a:xfrm>
            <a:off x="6032513" y="2352013"/>
            <a:ext cx="1863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77" name="Google Shape;377;p30"/>
          <p:cNvSpPr txBox="1">
            <a:spLocks noGrp="1"/>
          </p:cNvSpPr>
          <p:nvPr>
            <p:ph type="body" idx="6"/>
          </p:nvPr>
        </p:nvSpPr>
        <p:spPr>
          <a:xfrm>
            <a:off x="6032513" y="2930363"/>
            <a:ext cx="1863000" cy="9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78" name="Google Shape;378;p30"/>
          <p:cNvSpPr txBox="1">
            <a:spLocks noGrp="1"/>
          </p:cNvSpPr>
          <p:nvPr>
            <p:ph type="title"/>
          </p:nvPr>
        </p:nvSpPr>
        <p:spPr>
          <a:xfrm>
            <a:off x="427950" y="813900"/>
            <a:ext cx="82881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79" name="Google Shape;379;p30"/>
          <p:cNvSpPr/>
          <p:nvPr/>
        </p:nvSpPr>
        <p:spPr>
          <a:xfrm>
            <a:off x="0" y="-1150"/>
            <a:ext cx="1088700" cy="1083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30"/>
          <p:cNvSpPr/>
          <p:nvPr/>
        </p:nvSpPr>
        <p:spPr>
          <a:xfrm>
            <a:off x="1088700" y="1082150"/>
            <a:ext cx="261000" cy="259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Agenda slide - v3 ">
  <p:cSld name="CUSTOM_18"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31"/>
          <p:cNvSpPr/>
          <p:nvPr/>
        </p:nvSpPr>
        <p:spPr>
          <a:xfrm>
            <a:off x="4609713" y="485988"/>
            <a:ext cx="535200" cy="53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383" name="Google Shape;383;p31"/>
          <p:cNvSpPr txBox="1"/>
          <p:nvPr/>
        </p:nvSpPr>
        <p:spPr>
          <a:xfrm>
            <a:off x="4609875" y="623700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01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84" name="Google Shape;384;p31"/>
          <p:cNvSpPr txBox="1">
            <a:spLocks noGrp="1"/>
          </p:cNvSpPr>
          <p:nvPr>
            <p:ph type="subTitle" idx="1"/>
          </p:nvPr>
        </p:nvSpPr>
        <p:spPr>
          <a:xfrm>
            <a:off x="5332475" y="486000"/>
            <a:ext cx="3439500" cy="53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85" name="Google Shape;385;p31"/>
          <p:cNvSpPr txBox="1">
            <a:spLocks noGrp="1"/>
          </p:cNvSpPr>
          <p:nvPr>
            <p:ph type="body" idx="2"/>
          </p:nvPr>
        </p:nvSpPr>
        <p:spPr>
          <a:xfrm>
            <a:off x="5332475" y="1064350"/>
            <a:ext cx="3439500" cy="6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86" name="Google Shape;386;p31"/>
          <p:cNvSpPr/>
          <p:nvPr/>
        </p:nvSpPr>
        <p:spPr>
          <a:xfrm>
            <a:off x="4610013" y="1885063"/>
            <a:ext cx="535200" cy="535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387" name="Google Shape;387;p31"/>
          <p:cNvSpPr txBox="1"/>
          <p:nvPr/>
        </p:nvSpPr>
        <p:spPr>
          <a:xfrm>
            <a:off x="4610175" y="2022775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02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88" name="Google Shape;388;p31"/>
          <p:cNvSpPr txBox="1">
            <a:spLocks noGrp="1"/>
          </p:cNvSpPr>
          <p:nvPr>
            <p:ph type="subTitle" idx="3"/>
          </p:nvPr>
        </p:nvSpPr>
        <p:spPr>
          <a:xfrm>
            <a:off x="5332775" y="1885075"/>
            <a:ext cx="3439500" cy="53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89" name="Google Shape;389;p31"/>
          <p:cNvSpPr txBox="1">
            <a:spLocks noGrp="1"/>
          </p:cNvSpPr>
          <p:nvPr>
            <p:ph type="body" idx="4"/>
          </p:nvPr>
        </p:nvSpPr>
        <p:spPr>
          <a:xfrm>
            <a:off x="5332775" y="2463425"/>
            <a:ext cx="3439500" cy="6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90" name="Google Shape;390;p31"/>
          <p:cNvSpPr/>
          <p:nvPr/>
        </p:nvSpPr>
        <p:spPr>
          <a:xfrm>
            <a:off x="4609863" y="3414038"/>
            <a:ext cx="535200" cy="53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391" name="Google Shape;391;p31"/>
          <p:cNvSpPr txBox="1"/>
          <p:nvPr/>
        </p:nvSpPr>
        <p:spPr>
          <a:xfrm>
            <a:off x="4610025" y="3551750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03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92" name="Google Shape;392;p31"/>
          <p:cNvSpPr txBox="1">
            <a:spLocks noGrp="1"/>
          </p:cNvSpPr>
          <p:nvPr>
            <p:ph type="subTitle" idx="5"/>
          </p:nvPr>
        </p:nvSpPr>
        <p:spPr>
          <a:xfrm>
            <a:off x="5332625" y="3414050"/>
            <a:ext cx="3439500" cy="53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93" name="Google Shape;393;p31"/>
          <p:cNvSpPr txBox="1">
            <a:spLocks noGrp="1"/>
          </p:cNvSpPr>
          <p:nvPr>
            <p:ph type="body" idx="6"/>
          </p:nvPr>
        </p:nvSpPr>
        <p:spPr>
          <a:xfrm>
            <a:off x="5332625" y="3992400"/>
            <a:ext cx="3439500" cy="6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94" name="Google Shape;394;p31"/>
          <p:cNvSpPr txBox="1">
            <a:spLocks noGrp="1"/>
          </p:cNvSpPr>
          <p:nvPr>
            <p:ph type="title"/>
          </p:nvPr>
        </p:nvSpPr>
        <p:spPr>
          <a:xfrm>
            <a:off x="391650" y="483600"/>
            <a:ext cx="35001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95" name="Google Shape;395;p31"/>
          <p:cNvSpPr/>
          <p:nvPr/>
        </p:nvSpPr>
        <p:spPr>
          <a:xfrm>
            <a:off x="0" y="3571200"/>
            <a:ext cx="1580700" cy="1572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31"/>
          <p:cNvSpPr/>
          <p:nvPr/>
        </p:nvSpPr>
        <p:spPr>
          <a:xfrm>
            <a:off x="1580700" y="3158700"/>
            <a:ext cx="414600" cy="412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Agenda slide - v1">
  <p:cSld name="CUSTOM_19"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2"/>
          <p:cNvSpPr/>
          <p:nvPr/>
        </p:nvSpPr>
        <p:spPr>
          <a:xfrm>
            <a:off x="3937000" y="139750"/>
            <a:ext cx="4862100" cy="11127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32"/>
          <p:cNvSpPr/>
          <p:nvPr/>
        </p:nvSpPr>
        <p:spPr>
          <a:xfrm>
            <a:off x="3937000" y="1389800"/>
            <a:ext cx="4862100" cy="11127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32"/>
          <p:cNvSpPr/>
          <p:nvPr/>
        </p:nvSpPr>
        <p:spPr>
          <a:xfrm>
            <a:off x="3937000" y="2639850"/>
            <a:ext cx="4862100" cy="11127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32"/>
          <p:cNvSpPr/>
          <p:nvPr/>
        </p:nvSpPr>
        <p:spPr>
          <a:xfrm>
            <a:off x="3937000" y="3889900"/>
            <a:ext cx="4862100" cy="11127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32"/>
          <p:cNvSpPr/>
          <p:nvPr/>
        </p:nvSpPr>
        <p:spPr>
          <a:xfrm>
            <a:off x="4210588" y="428488"/>
            <a:ext cx="535200" cy="53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403" name="Google Shape;403;p32"/>
          <p:cNvSpPr txBox="1"/>
          <p:nvPr/>
        </p:nvSpPr>
        <p:spPr>
          <a:xfrm>
            <a:off x="4210750" y="566200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01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04" name="Google Shape;404;p32"/>
          <p:cNvSpPr txBox="1">
            <a:spLocks noGrp="1"/>
          </p:cNvSpPr>
          <p:nvPr>
            <p:ph type="subTitle" idx="1"/>
          </p:nvPr>
        </p:nvSpPr>
        <p:spPr>
          <a:xfrm>
            <a:off x="4869825" y="266350"/>
            <a:ext cx="3775200" cy="3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05" name="Google Shape;405;p32"/>
          <p:cNvSpPr txBox="1">
            <a:spLocks noGrp="1"/>
          </p:cNvSpPr>
          <p:nvPr>
            <p:ph type="body" idx="2"/>
          </p:nvPr>
        </p:nvSpPr>
        <p:spPr>
          <a:xfrm>
            <a:off x="4869825" y="635950"/>
            <a:ext cx="3775200" cy="48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06" name="Google Shape;406;p32"/>
          <p:cNvSpPr/>
          <p:nvPr/>
        </p:nvSpPr>
        <p:spPr>
          <a:xfrm>
            <a:off x="4150825" y="1678538"/>
            <a:ext cx="535200" cy="53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407" name="Google Shape;407;p32"/>
          <p:cNvSpPr txBox="1"/>
          <p:nvPr/>
        </p:nvSpPr>
        <p:spPr>
          <a:xfrm>
            <a:off x="4150988" y="1816250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02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08" name="Google Shape;408;p32"/>
          <p:cNvSpPr txBox="1">
            <a:spLocks noGrp="1"/>
          </p:cNvSpPr>
          <p:nvPr>
            <p:ph type="subTitle" idx="3"/>
          </p:nvPr>
        </p:nvSpPr>
        <p:spPr>
          <a:xfrm>
            <a:off x="4810063" y="1516400"/>
            <a:ext cx="3775200" cy="3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09" name="Google Shape;409;p32"/>
          <p:cNvSpPr txBox="1">
            <a:spLocks noGrp="1"/>
          </p:cNvSpPr>
          <p:nvPr>
            <p:ph type="body" idx="4"/>
          </p:nvPr>
        </p:nvSpPr>
        <p:spPr>
          <a:xfrm>
            <a:off x="4810063" y="1886000"/>
            <a:ext cx="3775200" cy="48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10" name="Google Shape;410;p32"/>
          <p:cNvSpPr/>
          <p:nvPr/>
        </p:nvSpPr>
        <p:spPr>
          <a:xfrm>
            <a:off x="4150825" y="2928588"/>
            <a:ext cx="535200" cy="53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411" name="Google Shape;411;p32"/>
          <p:cNvSpPr txBox="1"/>
          <p:nvPr/>
        </p:nvSpPr>
        <p:spPr>
          <a:xfrm>
            <a:off x="4150988" y="3066300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03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12" name="Google Shape;412;p32"/>
          <p:cNvSpPr txBox="1">
            <a:spLocks noGrp="1"/>
          </p:cNvSpPr>
          <p:nvPr>
            <p:ph type="subTitle" idx="5"/>
          </p:nvPr>
        </p:nvSpPr>
        <p:spPr>
          <a:xfrm>
            <a:off x="4810063" y="2766450"/>
            <a:ext cx="3775200" cy="3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13" name="Google Shape;413;p32"/>
          <p:cNvSpPr txBox="1">
            <a:spLocks noGrp="1"/>
          </p:cNvSpPr>
          <p:nvPr>
            <p:ph type="body" idx="6"/>
          </p:nvPr>
        </p:nvSpPr>
        <p:spPr>
          <a:xfrm>
            <a:off x="4810063" y="3136050"/>
            <a:ext cx="3775200" cy="48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14" name="Google Shape;414;p32"/>
          <p:cNvSpPr/>
          <p:nvPr/>
        </p:nvSpPr>
        <p:spPr>
          <a:xfrm>
            <a:off x="4150825" y="4178638"/>
            <a:ext cx="535200" cy="53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415" name="Google Shape;415;p32"/>
          <p:cNvSpPr txBox="1"/>
          <p:nvPr/>
        </p:nvSpPr>
        <p:spPr>
          <a:xfrm>
            <a:off x="4150988" y="4316350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04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16" name="Google Shape;416;p32"/>
          <p:cNvSpPr txBox="1">
            <a:spLocks noGrp="1"/>
          </p:cNvSpPr>
          <p:nvPr>
            <p:ph type="subTitle" idx="7"/>
          </p:nvPr>
        </p:nvSpPr>
        <p:spPr>
          <a:xfrm>
            <a:off x="4810063" y="4016500"/>
            <a:ext cx="3775200" cy="3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17" name="Google Shape;417;p32"/>
          <p:cNvSpPr txBox="1">
            <a:spLocks noGrp="1"/>
          </p:cNvSpPr>
          <p:nvPr>
            <p:ph type="body" idx="8"/>
          </p:nvPr>
        </p:nvSpPr>
        <p:spPr>
          <a:xfrm>
            <a:off x="4810063" y="4386100"/>
            <a:ext cx="3775200" cy="48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18" name="Google Shape;418;p32"/>
          <p:cNvSpPr txBox="1">
            <a:spLocks noGrp="1"/>
          </p:cNvSpPr>
          <p:nvPr>
            <p:ph type="title"/>
          </p:nvPr>
        </p:nvSpPr>
        <p:spPr>
          <a:xfrm>
            <a:off x="464225" y="2301750"/>
            <a:ext cx="30192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419" name="Google Shape;419;p32"/>
          <p:cNvSpPr/>
          <p:nvPr/>
        </p:nvSpPr>
        <p:spPr>
          <a:xfrm rot="10800000" flipH="1">
            <a:off x="0" y="-4"/>
            <a:ext cx="1041900" cy="1036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32"/>
          <p:cNvSpPr/>
          <p:nvPr/>
        </p:nvSpPr>
        <p:spPr>
          <a:xfrm rot="10800000" flipH="1">
            <a:off x="1042036" y="1036625"/>
            <a:ext cx="273300" cy="271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Agenda slide - v2 ">
  <p:cSld name="CUSTOM_20"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33"/>
          <p:cNvSpPr/>
          <p:nvPr/>
        </p:nvSpPr>
        <p:spPr>
          <a:xfrm>
            <a:off x="353775" y="2105713"/>
            <a:ext cx="1965600" cy="9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33"/>
          <p:cNvSpPr/>
          <p:nvPr/>
        </p:nvSpPr>
        <p:spPr>
          <a:xfrm>
            <a:off x="2516757" y="2105713"/>
            <a:ext cx="1965600" cy="9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33"/>
          <p:cNvSpPr/>
          <p:nvPr/>
        </p:nvSpPr>
        <p:spPr>
          <a:xfrm>
            <a:off x="4679738" y="2105713"/>
            <a:ext cx="1965600" cy="9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33"/>
          <p:cNvSpPr/>
          <p:nvPr/>
        </p:nvSpPr>
        <p:spPr>
          <a:xfrm>
            <a:off x="6842720" y="2105713"/>
            <a:ext cx="1965600" cy="9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33"/>
          <p:cNvSpPr txBox="1">
            <a:spLocks noGrp="1"/>
          </p:cNvSpPr>
          <p:nvPr>
            <p:ph type="subTitle" idx="1"/>
          </p:nvPr>
        </p:nvSpPr>
        <p:spPr>
          <a:xfrm>
            <a:off x="353775" y="2381488"/>
            <a:ext cx="1965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27" name="Google Shape;427;p33"/>
          <p:cNvSpPr txBox="1">
            <a:spLocks noGrp="1"/>
          </p:cNvSpPr>
          <p:nvPr>
            <p:ph type="body" idx="2"/>
          </p:nvPr>
        </p:nvSpPr>
        <p:spPr>
          <a:xfrm>
            <a:off x="353775" y="2995005"/>
            <a:ext cx="1965600" cy="10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28" name="Google Shape;428;p33"/>
          <p:cNvSpPr/>
          <p:nvPr/>
        </p:nvSpPr>
        <p:spPr>
          <a:xfrm>
            <a:off x="353776" y="1451039"/>
            <a:ext cx="468900" cy="468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429" name="Google Shape;429;p33"/>
          <p:cNvSpPr txBox="1"/>
          <p:nvPr/>
        </p:nvSpPr>
        <p:spPr>
          <a:xfrm>
            <a:off x="353919" y="1571721"/>
            <a:ext cx="468900" cy="2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01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30" name="Google Shape;430;p33"/>
          <p:cNvSpPr txBox="1">
            <a:spLocks noGrp="1"/>
          </p:cNvSpPr>
          <p:nvPr>
            <p:ph type="subTitle" idx="3"/>
          </p:nvPr>
        </p:nvSpPr>
        <p:spPr>
          <a:xfrm>
            <a:off x="2516763" y="2381488"/>
            <a:ext cx="1965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31" name="Google Shape;431;p33"/>
          <p:cNvSpPr txBox="1">
            <a:spLocks noGrp="1"/>
          </p:cNvSpPr>
          <p:nvPr>
            <p:ph type="body" idx="4"/>
          </p:nvPr>
        </p:nvSpPr>
        <p:spPr>
          <a:xfrm>
            <a:off x="2516763" y="2995005"/>
            <a:ext cx="1965600" cy="10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32" name="Google Shape;432;p33"/>
          <p:cNvSpPr/>
          <p:nvPr/>
        </p:nvSpPr>
        <p:spPr>
          <a:xfrm>
            <a:off x="2516764" y="1451039"/>
            <a:ext cx="468900" cy="468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433" name="Google Shape;433;p33"/>
          <p:cNvSpPr txBox="1"/>
          <p:nvPr/>
        </p:nvSpPr>
        <p:spPr>
          <a:xfrm>
            <a:off x="2516906" y="1571721"/>
            <a:ext cx="468900" cy="2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02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34" name="Google Shape;434;p33"/>
          <p:cNvSpPr txBox="1">
            <a:spLocks noGrp="1"/>
          </p:cNvSpPr>
          <p:nvPr>
            <p:ph type="subTitle" idx="5"/>
          </p:nvPr>
        </p:nvSpPr>
        <p:spPr>
          <a:xfrm>
            <a:off x="4679750" y="2381488"/>
            <a:ext cx="1965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35" name="Google Shape;435;p33"/>
          <p:cNvSpPr txBox="1">
            <a:spLocks noGrp="1"/>
          </p:cNvSpPr>
          <p:nvPr>
            <p:ph type="body" idx="6"/>
          </p:nvPr>
        </p:nvSpPr>
        <p:spPr>
          <a:xfrm>
            <a:off x="4679750" y="2995005"/>
            <a:ext cx="1965600" cy="10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36" name="Google Shape;436;p33"/>
          <p:cNvSpPr/>
          <p:nvPr/>
        </p:nvSpPr>
        <p:spPr>
          <a:xfrm>
            <a:off x="4679751" y="1451039"/>
            <a:ext cx="468900" cy="468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437" name="Google Shape;437;p33"/>
          <p:cNvSpPr txBox="1"/>
          <p:nvPr/>
        </p:nvSpPr>
        <p:spPr>
          <a:xfrm>
            <a:off x="4679894" y="1571721"/>
            <a:ext cx="468900" cy="2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03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38" name="Google Shape;438;p33"/>
          <p:cNvSpPr txBox="1">
            <a:spLocks noGrp="1"/>
          </p:cNvSpPr>
          <p:nvPr>
            <p:ph type="subTitle" idx="7"/>
          </p:nvPr>
        </p:nvSpPr>
        <p:spPr>
          <a:xfrm>
            <a:off x="6842750" y="2381488"/>
            <a:ext cx="1965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39" name="Google Shape;439;p33"/>
          <p:cNvSpPr txBox="1">
            <a:spLocks noGrp="1"/>
          </p:cNvSpPr>
          <p:nvPr>
            <p:ph type="body" idx="8"/>
          </p:nvPr>
        </p:nvSpPr>
        <p:spPr>
          <a:xfrm>
            <a:off x="6842750" y="2995005"/>
            <a:ext cx="1965600" cy="10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40" name="Google Shape;440;p33"/>
          <p:cNvSpPr/>
          <p:nvPr/>
        </p:nvSpPr>
        <p:spPr>
          <a:xfrm>
            <a:off x="6842751" y="1451039"/>
            <a:ext cx="468900" cy="468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441" name="Google Shape;441;p33"/>
          <p:cNvSpPr txBox="1"/>
          <p:nvPr/>
        </p:nvSpPr>
        <p:spPr>
          <a:xfrm>
            <a:off x="6842894" y="1571721"/>
            <a:ext cx="468900" cy="2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04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42" name="Google Shape;442;p33"/>
          <p:cNvSpPr txBox="1">
            <a:spLocks noGrp="1"/>
          </p:cNvSpPr>
          <p:nvPr>
            <p:ph type="title"/>
          </p:nvPr>
        </p:nvSpPr>
        <p:spPr>
          <a:xfrm>
            <a:off x="353925" y="494100"/>
            <a:ext cx="84543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443" name="Google Shape;443;p33"/>
          <p:cNvSpPr/>
          <p:nvPr/>
        </p:nvSpPr>
        <p:spPr>
          <a:xfrm rot="10800000">
            <a:off x="7576100" y="1775"/>
            <a:ext cx="1323900" cy="1264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33"/>
          <p:cNvSpPr/>
          <p:nvPr/>
        </p:nvSpPr>
        <p:spPr>
          <a:xfrm rot="10800000">
            <a:off x="8900000" y="1266000"/>
            <a:ext cx="258900" cy="247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33"/>
          <p:cNvSpPr/>
          <p:nvPr/>
        </p:nvSpPr>
        <p:spPr>
          <a:xfrm rot="10800000">
            <a:off x="539700" y="4434725"/>
            <a:ext cx="747300" cy="713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Agenda slide - v3">
  <p:cSld name="CUSTOM_21"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47" name="Google Shape;447;p34"/>
          <p:cNvCxnSpPr/>
          <p:nvPr/>
        </p:nvCxnSpPr>
        <p:spPr>
          <a:xfrm>
            <a:off x="0" y="1714250"/>
            <a:ext cx="93084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8" name="Google Shape;448;p34"/>
          <p:cNvSpPr/>
          <p:nvPr/>
        </p:nvSpPr>
        <p:spPr>
          <a:xfrm>
            <a:off x="352789" y="1363824"/>
            <a:ext cx="712200" cy="7122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4"/>
          <p:cNvSpPr/>
          <p:nvPr/>
        </p:nvSpPr>
        <p:spPr>
          <a:xfrm>
            <a:off x="2660514" y="1363824"/>
            <a:ext cx="712200" cy="7122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34"/>
          <p:cNvSpPr/>
          <p:nvPr/>
        </p:nvSpPr>
        <p:spPr>
          <a:xfrm>
            <a:off x="4953464" y="1363824"/>
            <a:ext cx="712200" cy="7122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34"/>
          <p:cNvSpPr/>
          <p:nvPr/>
        </p:nvSpPr>
        <p:spPr>
          <a:xfrm>
            <a:off x="7199989" y="1363824"/>
            <a:ext cx="712200" cy="7122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34"/>
          <p:cNvSpPr txBox="1"/>
          <p:nvPr/>
        </p:nvSpPr>
        <p:spPr>
          <a:xfrm>
            <a:off x="352800" y="1363825"/>
            <a:ext cx="712200" cy="71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GB" sz="22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01</a:t>
            </a:r>
            <a:endParaRPr sz="22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53" name="Google Shape;453;p34"/>
          <p:cNvSpPr txBox="1"/>
          <p:nvPr/>
        </p:nvSpPr>
        <p:spPr>
          <a:xfrm>
            <a:off x="2653138" y="1363825"/>
            <a:ext cx="712200" cy="71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GB" sz="22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02</a:t>
            </a:r>
            <a:endParaRPr sz="22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54" name="Google Shape;454;p34"/>
          <p:cNvSpPr txBox="1"/>
          <p:nvPr/>
        </p:nvSpPr>
        <p:spPr>
          <a:xfrm>
            <a:off x="4968238" y="1358150"/>
            <a:ext cx="712200" cy="71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GB" sz="22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03</a:t>
            </a:r>
            <a:endParaRPr sz="22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55" name="Google Shape;455;p34"/>
          <p:cNvSpPr txBox="1"/>
          <p:nvPr/>
        </p:nvSpPr>
        <p:spPr>
          <a:xfrm>
            <a:off x="7199988" y="1358150"/>
            <a:ext cx="712200" cy="71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GB" sz="22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04</a:t>
            </a:r>
            <a:endParaRPr sz="22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56" name="Google Shape;456;p34"/>
          <p:cNvSpPr txBox="1">
            <a:spLocks noGrp="1"/>
          </p:cNvSpPr>
          <p:nvPr>
            <p:ph type="subTitle" idx="1"/>
          </p:nvPr>
        </p:nvSpPr>
        <p:spPr>
          <a:xfrm>
            <a:off x="352800" y="2272625"/>
            <a:ext cx="1857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57" name="Google Shape;457;p34"/>
          <p:cNvSpPr txBox="1">
            <a:spLocks noGrp="1"/>
          </p:cNvSpPr>
          <p:nvPr>
            <p:ph type="body" idx="2"/>
          </p:nvPr>
        </p:nvSpPr>
        <p:spPr>
          <a:xfrm>
            <a:off x="352800" y="2886136"/>
            <a:ext cx="1857600" cy="10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58" name="Google Shape;458;p34"/>
          <p:cNvSpPr txBox="1">
            <a:spLocks noGrp="1"/>
          </p:cNvSpPr>
          <p:nvPr>
            <p:ph type="subTitle" idx="3"/>
          </p:nvPr>
        </p:nvSpPr>
        <p:spPr>
          <a:xfrm>
            <a:off x="2660519" y="2272625"/>
            <a:ext cx="1857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59" name="Google Shape;459;p34"/>
          <p:cNvSpPr txBox="1">
            <a:spLocks noGrp="1"/>
          </p:cNvSpPr>
          <p:nvPr>
            <p:ph type="body" idx="4"/>
          </p:nvPr>
        </p:nvSpPr>
        <p:spPr>
          <a:xfrm>
            <a:off x="2660519" y="2886136"/>
            <a:ext cx="1857600" cy="10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60" name="Google Shape;460;p34"/>
          <p:cNvSpPr txBox="1">
            <a:spLocks noGrp="1"/>
          </p:cNvSpPr>
          <p:nvPr>
            <p:ph type="subTitle" idx="5"/>
          </p:nvPr>
        </p:nvSpPr>
        <p:spPr>
          <a:xfrm>
            <a:off x="4953475" y="2272625"/>
            <a:ext cx="1857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61" name="Google Shape;461;p34"/>
          <p:cNvSpPr txBox="1">
            <a:spLocks noGrp="1"/>
          </p:cNvSpPr>
          <p:nvPr>
            <p:ph type="body" idx="6"/>
          </p:nvPr>
        </p:nvSpPr>
        <p:spPr>
          <a:xfrm>
            <a:off x="4953475" y="2886136"/>
            <a:ext cx="1857600" cy="10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62" name="Google Shape;462;p34"/>
          <p:cNvSpPr txBox="1">
            <a:spLocks noGrp="1"/>
          </p:cNvSpPr>
          <p:nvPr>
            <p:ph type="subTitle" idx="7"/>
          </p:nvPr>
        </p:nvSpPr>
        <p:spPr>
          <a:xfrm>
            <a:off x="7200007" y="2272625"/>
            <a:ext cx="1857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63" name="Google Shape;463;p34"/>
          <p:cNvSpPr txBox="1">
            <a:spLocks noGrp="1"/>
          </p:cNvSpPr>
          <p:nvPr>
            <p:ph type="body" idx="8"/>
          </p:nvPr>
        </p:nvSpPr>
        <p:spPr>
          <a:xfrm>
            <a:off x="7200007" y="2886136"/>
            <a:ext cx="1857600" cy="10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64" name="Google Shape;464;p34"/>
          <p:cNvSpPr txBox="1">
            <a:spLocks noGrp="1"/>
          </p:cNvSpPr>
          <p:nvPr>
            <p:ph type="title"/>
          </p:nvPr>
        </p:nvSpPr>
        <p:spPr>
          <a:xfrm>
            <a:off x="353925" y="494100"/>
            <a:ext cx="84543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465" name="Google Shape;465;p34"/>
          <p:cNvSpPr/>
          <p:nvPr/>
        </p:nvSpPr>
        <p:spPr>
          <a:xfrm rot="10800000">
            <a:off x="6" y="3982616"/>
            <a:ext cx="1052700" cy="10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34"/>
          <p:cNvSpPr/>
          <p:nvPr/>
        </p:nvSpPr>
        <p:spPr>
          <a:xfrm rot="10800000">
            <a:off x="1052747" y="4987675"/>
            <a:ext cx="205800" cy="196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34"/>
          <p:cNvSpPr/>
          <p:nvPr/>
        </p:nvSpPr>
        <p:spPr>
          <a:xfrm rot="10800000">
            <a:off x="8091306" y="-9"/>
            <a:ext cx="1052700" cy="1005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 Agenda slide - v1">
  <p:cSld name="CUSTOM_22"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35"/>
          <p:cNvSpPr/>
          <p:nvPr/>
        </p:nvSpPr>
        <p:spPr>
          <a:xfrm>
            <a:off x="356312" y="1355968"/>
            <a:ext cx="1579200" cy="2937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35"/>
          <p:cNvSpPr/>
          <p:nvPr/>
        </p:nvSpPr>
        <p:spPr>
          <a:xfrm rot="10800000">
            <a:off x="356582" y="1355848"/>
            <a:ext cx="524100" cy="663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35"/>
          <p:cNvSpPr txBox="1"/>
          <p:nvPr/>
        </p:nvSpPr>
        <p:spPr>
          <a:xfrm>
            <a:off x="429818" y="1430161"/>
            <a:ext cx="375600" cy="5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01</a:t>
            </a:r>
            <a:endParaRPr sz="11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472" name="Google Shape;472;p35"/>
          <p:cNvSpPr txBox="1">
            <a:spLocks noGrp="1"/>
          </p:cNvSpPr>
          <p:nvPr>
            <p:ph type="subTitle" idx="1"/>
          </p:nvPr>
        </p:nvSpPr>
        <p:spPr>
          <a:xfrm>
            <a:off x="461118" y="2287725"/>
            <a:ext cx="1368000" cy="66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73" name="Google Shape;473;p35"/>
          <p:cNvSpPr txBox="1">
            <a:spLocks noGrp="1"/>
          </p:cNvSpPr>
          <p:nvPr>
            <p:ph type="body" idx="2"/>
          </p:nvPr>
        </p:nvSpPr>
        <p:spPr>
          <a:xfrm>
            <a:off x="461118" y="3005901"/>
            <a:ext cx="1368000" cy="8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4" name="Google Shape;474;p35"/>
          <p:cNvSpPr/>
          <p:nvPr/>
        </p:nvSpPr>
        <p:spPr>
          <a:xfrm>
            <a:off x="2064833" y="1355993"/>
            <a:ext cx="1579200" cy="2937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35"/>
          <p:cNvSpPr/>
          <p:nvPr/>
        </p:nvSpPr>
        <p:spPr>
          <a:xfrm rot="10800000">
            <a:off x="2065103" y="1355874"/>
            <a:ext cx="524100" cy="663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35"/>
          <p:cNvSpPr txBox="1"/>
          <p:nvPr/>
        </p:nvSpPr>
        <p:spPr>
          <a:xfrm>
            <a:off x="2138339" y="1430186"/>
            <a:ext cx="375600" cy="5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02</a:t>
            </a:r>
            <a:endParaRPr sz="11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477" name="Google Shape;477;p35"/>
          <p:cNvSpPr txBox="1">
            <a:spLocks noGrp="1"/>
          </p:cNvSpPr>
          <p:nvPr>
            <p:ph type="subTitle" idx="3"/>
          </p:nvPr>
        </p:nvSpPr>
        <p:spPr>
          <a:xfrm>
            <a:off x="2170519" y="2287739"/>
            <a:ext cx="1368000" cy="66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78" name="Google Shape;478;p35"/>
          <p:cNvSpPr txBox="1">
            <a:spLocks noGrp="1"/>
          </p:cNvSpPr>
          <p:nvPr>
            <p:ph type="body" idx="4"/>
          </p:nvPr>
        </p:nvSpPr>
        <p:spPr>
          <a:xfrm>
            <a:off x="2170519" y="3005879"/>
            <a:ext cx="1368000" cy="8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9" name="Google Shape;479;p35"/>
          <p:cNvSpPr/>
          <p:nvPr/>
        </p:nvSpPr>
        <p:spPr>
          <a:xfrm>
            <a:off x="3773329" y="1355980"/>
            <a:ext cx="1579200" cy="2937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35"/>
          <p:cNvSpPr/>
          <p:nvPr/>
        </p:nvSpPr>
        <p:spPr>
          <a:xfrm rot="10800000">
            <a:off x="3773599" y="1355861"/>
            <a:ext cx="524100" cy="663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35"/>
          <p:cNvSpPr txBox="1"/>
          <p:nvPr/>
        </p:nvSpPr>
        <p:spPr>
          <a:xfrm>
            <a:off x="3846834" y="1430173"/>
            <a:ext cx="375600" cy="5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03</a:t>
            </a:r>
            <a:endParaRPr sz="11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482" name="Google Shape;482;p35"/>
          <p:cNvSpPr txBox="1">
            <a:spLocks noGrp="1"/>
          </p:cNvSpPr>
          <p:nvPr>
            <p:ph type="subTitle" idx="5"/>
          </p:nvPr>
        </p:nvSpPr>
        <p:spPr>
          <a:xfrm>
            <a:off x="3879029" y="2287736"/>
            <a:ext cx="1368000" cy="66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83" name="Google Shape;483;p35"/>
          <p:cNvSpPr txBox="1">
            <a:spLocks noGrp="1"/>
          </p:cNvSpPr>
          <p:nvPr>
            <p:ph type="body" idx="6"/>
          </p:nvPr>
        </p:nvSpPr>
        <p:spPr>
          <a:xfrm>
            <a:off x="3879029" y="3005876"/>
            <a:ext cx="1368000" cy="8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4" name="Google Shape;484;p35"/>
          <p:cNvSpPr/>
          <p:nvPr/>
        </p:nvSpPr>
        <p:spPr>
          <a:xfrm>
            <a:off x="5481850" y="1355993"/>
            <a:ext cx="1579200" cy="2937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35"/>
          <p:cNvSpPr/>
          <p:nvPr/>
        </p:nvSpPr>
        <p:spPr>
          <a:xfrm rot="10800000">
            <a:off x="5482120" y="1355874"/>
            <a:ext cx="524100" cy="663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35"/>
          <p:cNvSpPr txBox="1"/>
          <p:nvPr/>
        </p:nvSpPr>
        <p:spPr>
          <a:xfrm>
            <a:off x="5555355" y="1430186"/>
            <a:ext cx="375600" cy="5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04</a:t>
            </a:r>
            <a:endParaRPr sz="11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487" name="Google Shape;487;p35"/>
          <p:cNvSpPr txBox="1">
            <a:spLocks noGrp="1"/>
          </p:cNvSpPr>
          <p:nvPr>
            <p:ph type="subTitle" idx="7"/>
          </p:nvPr>
        </p:nvSpPr>
        <p:spPr>
          <a:xfrm>
            <a:off x="5588430" y="2287154"/>
            <a:ext cx="1368000" cy="66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88" name="Google Shape;488;p35"/>
          <p:cNvSpPr txBox="1">
            <a:spLocks noGrp="1"/>
          </p:cNvSpPr>
          <p:nvPr>
            <p:ph type="body" idx="8"/>
          </p:nvPr>
        </p:nvSpPr>
        <p:spPr>
          <a:xfrm>
            <a:off x="5588430" y="3005294"/>
            <a:ext cx="1368000" cy="8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9" name="Google Shape;489;p35"/>
          <p:cNvSpPr/>
          <p:nvPr/>
        </p:nvSpPr>
        <p:spPr>
          <a:xfrm>
            <a:off x="7190345" y="1356273"/>
            <a:ext cx="1579200" cy="2937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35"/>
          <p:cNvSpPr/>
          <p:nvPr/>
        </p:nvSpPr>
        <p:spPr>
          <a:xfrm rot="10800000">
            <a:off x="7190615" y="1356154"/>
            <a:ext cx="524100" cy="663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35"/>
          <p:cNvSpPr txBox="1"/>
          <p:nvPr/>
        </p:nvSpPr>
        <p:spPr>
          <a:xfrm>
            <a:off x="7263851" y="1430466"/>
            <a:ext cx="375600" cy="5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05</a:t>
            </a:r>
            <a:endParaRPr sz="11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492" name="Google Shape;492;p35"/>
          <p:cNvSpPr txBox="1">
            <a:spLocks noGrp="1"/>
          </p:cNvSpPr>
          <p:nvPr>
            <p:ph type="subTitle" idx="9"/>
          </p:nvPr>
        </p:nvSpPr>
        <p:spPr>
          <a:xfrm>
            <a:off x="7296024" y="2287444"/>
            <a:ext cx="1368000" cy="66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93" name="Google Shape;493;p35"/>
          <p:cNvSpPr txBox="1">
            <a:spLocks noGrp="1"/>
          </p:cNvSpPr>
          <p:nvPr>
            <p:ph type="body" idx="13"/>
          </p:nvPr>
        </p:nvSpPr>
        <p:spPr>
          <a:xfrm>
            <a:off x="7296024" y="3005572"/>
            <a:ext cx="1368000" cy="8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94" name="Google Shape;494;p35"/>
          <p:cNvSpPr txBox="1">
            <a:spLocks noGrp="1"/>
          </p:cNvSpPr>
          <p:nvPr>
            <p:ph type="title"/>
          </p:nvPr>
        </p:nvSpPr>
        <p:spPr>
          <a:xfrm>
            <a:off x="344850" y="702750"/>
            <a:ext cx="84543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495" name="Google Shape;495;p35"/>
          <p:cNvSpPr/>
          <p:nvPr/>
        </p:nvSpPr>
        <p:spPr>
          <a:xfrm>
            <a:off x="0" y="239138"/>
            <a:ext cx="1128000" cy="1122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35"/>
          <p:cNvSpPr/>
          <p:nvPr/>
        </p:nvSpPr>
        <p:spPr>
          <a:xfrm rot="10800000">
            <a:off x="1128300" y="38"/>
            <a:ext cx="239700" cy="239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 Agenda slide - v2">
  <p:cSld name="CUSTOM_23"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36"/>
          <p:cNvSpPr/>
          <p:nvPr/>
        </p:nvSpPr>
        <p:spPr>
          <a:xfrm>
            <a:off x="1038562" y="1419476"/>
            <a:ext cx="536700" cy="53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499" name="Google Shape;499;p36"/>
          <p:cNvSpPr txBox="1"/>
          <p:nvPr/>
        </p:nvSpPr>
        <p:spPr>
          <a:xfrm>
            <a:off x="1038725" y="1557619"/>
            <a:ext cx="5367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01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500" name="Google Shape;500;p36"/>
          <p:cNvSpPr txBox="1">
            <a:spLocks noGrp="1"/>
          </p:cNvSpPr>
          <p:nvPr>
            <p:ph type="subTitle" idx="1"/>
          </p:nvPr>
        </p:nvSpPr>
        <p:spPr>
          <a:xfrm>
            <a:off x="582800" y="2009463"/>
            <a:ext cx="1448400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501" name="Google Shape;501;p36"/>
          <p:cNvSpPr txBox="1">
            <a:spLocks noGrp="1"/>
          </p:cNvSpPr>
          <p:nvPr>
            <p:ph type="body" idx="2"/>
          </p:nvPr>
        </p:nvSpPr>
        <p:spPr>
          <a:xfrm>
            <a:off x="582800" y="2546163"/>
            <a:ext cx="1448400" cy="137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502" name="Google Shape;502;p36"/>
          <p:cNvSpPr txBox="1">
            <a:spLocks noGrp="1"/>
          </p:cNvSpPr>
          <p:nvPr>
            <p:ph type="subTitle" idx="3"/>
          </p:nvPr>
        </p:nvSpPr>
        <p:spPr>
          <a:xfrm>
            <a:off x="2219725" y="2862413"/>
            <a:ext cx="1448400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503" name="Google Shape;503;p36"/>
          <p:cNvSpPr txBox="1">
            <a:spLocks noGrp="1"/>
          </p:cNvSpPr>
          <p:nvPr>
            <p:ph type="body" idx="4"/>
          </p:nvPr>
        </p:nvSpPr>
        <p:spPr>
          <a:xfrm>
            <a:off x="2219725" y="3399113"/>
            <a:ext cx="1448400" cy="137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504" name="Google Shape;504;p36"/>
          <p:cNvSpPr txBox="1">
            <a:spLocks noGrp="1"/>
          </p:cNvSpPr>
          <p:nvPr>
            <p:ph type="subTitle" idx="5"/>
          </p:nvPr>
        </p:nvSpPr>
        <p:spPr>
          <a:xfrm>
            <a:off x="3856650" y="2009463"/>
            <a:ext cx="1448400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505" name="Google Shape;505;p36"/>
          <p:cNvSpPr txBox="1">
            <a:spLocks noGrp="1"/>
          </p:cNvSpPr>
          <p:nvPr>
            <p:ph type="body" idx="6"/>
          </p:nvPr>
        </p:nvSpPr>
        <p:spPr>
          <a:xfrm>
            <a:off x="3856650" y="2546163"/>
            <a:ext cx="1448400" cy="137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506" name="Google Shape;506;p36"/>
          <p:cNvSpPr txBox="1">
            <a:spLocks noGrp="1"/>
          </p:cNvSpPr>
          <p:nvPr>
            <p:ph type="subTitle" idx="7"/>
          </p:nvPr>
        </p:nvSpPr>
        <p:spPr>
          <a:xfrm>
            <a:off x="5493575" y="2862413"/>
            <a:ext cx="1448400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507" name="Google Shape;507;p36"/>
          <p:cNvSpPr txBox="1">
            <a:spLocks noGrp="1"/>
          </p:cNvSpPr>
          <p:nvPr>
            <p:ph type="body" idx="8"/>
          </p:nvPr>
        </p:nvSpPr>
        <p:spPr>
          <a:xfrm>
            <a:off x="5493575" y="3399113"/>
            <a:ext cx="1448400" cy="137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508" name="Google Shape;508;p36"/>
          <p:cNvSpPr txBox="1">
            <a:spLocks noGrp="1"/>
          </p:cNvSpPr>
          <p:nvPr>
            <p:ph type="subTitle" idx="9"/>
          </p:nvPr>
        </p:nvSpPr>
        <p:spPr>
          <a:xfrm>
            <a:off x="7130500" y="2010038"/>
            <a:ext cx="1448400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509" name="Google Shape;509;p36"/>
          <p:cNvSpPr txBox="1">
            <a:spLocks noGrp="1"/>
          </p:cNvSpPr>
          <p:nvPr>
            <p:ph type="body" idx="13"/>
          </p:nvPr>
        </p:nvSpPr>
        <p:spPr>
          <a:xfrm>
            <a:off x="7130500" y="2546738"/>
            <a:ext cx="1448400" cy="137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510" name="Google Shape;510;p36"/>
          <p:cNvSpPr/>
          <p:nvPr/>
        </p:nvSpPr>
        <p:spPr>
          <a:xfrm>
            <a:off x="2675500" y="2302826"/>
            <a:ext cx="536700" cy="53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511" name="Google Shape;511;p36"/>
          <p:cNvSpPr txBox="1"/>
          <p:nvPr/>
        </p:nvSpPr>
        <p:spPr>
          <a:xfrm>
            <a:off x="2675663" y="2440969"/>
            <a:ext cx="5367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02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512" name="Google Shape;512;p36"/>
          <p:cNvSpPr/>
          <p:nvPr/>
        </p:nvSpPr>
        <p:spPr>
          <a:xfrm>
            <a:off x="4312425" y="1419476"/>
            <a:ext cx="536700" cy="53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513" name="Google Shape;513;p36"/>
          <p:cNvSpPr txBox="1"/>
          <p:nvPr/>
        </p:nvSpPr>
        <p:spPr>
          <a:xfrm>
            <a:off x="4312588" y="1557619"/>
            <a:ext cx="5367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03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514" name="Google Shape;514;p36"/>
          <p:cNvSpPr/>
          <p:nvPr/>
        </p:nvSpPr>
        <p:spPr>
          <a:xfrm>
            <a:off x="5949350" y="2303401"/>
            <a:ext cx="536700" cy="53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515" name="Google Shape;515;p36"/>
          <p:cNvSpPr txBox="1"/>
          <p:nvPr/>
        </p:nvSpPr>
        <p:spPr>
          <a:xfrm>
            <a:off x="5949513" y="2441544"/>
            <a:ext cx="5367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04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516" name="Google Shape;516;p36"/>
          <p:cNvSpPr/>
          <p:nvPr/>
        </p:nvSpPr>
        <p:spPr>
          <a:xfrm>
            <a:off x="7586487" y="1419476"/>
            <a:ext cx="536700" cy="53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517" name="Google Shape;517;p36"/>
          <p:cNvSpPr txBox="1"/>
          <p:nvPr/>
        </p:nvSpPr>
        <p:spPr>
          <a:xfrm>
            <a:off x="7586650" y="1557619"/>
            <a:ext cx="5367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05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518" name="Google Shape;518;p36"/>
          <p:cNvSpPr txBox="1">
            <a:spLocks noGrp="1"/>
          </p:cNvSpPr>
          <p:nvPr>
            <p:ph type="title"/>
          </p:nvPr>
        </p:nvSpPr>
        <p:spPr>
          <a:xfrm>
            <a:off x="344850" y="702750"/>
            <a:ext cx="84543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519" name="Google Shape;519;p36"/>
          <p:cNvSpPr/>
          <p:nvPr/>
        </p:nvSpPr>
        <p:spPr>
          <a:xfrm>
            <a:off x="8384400" y="1"/>
            <a:ext cx="777300" cy="773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36"/>
          <p:cNvSpPr/>
          <p:nvPr/>
        </p:nvSpPr>
        <p:spPr>
          <a:xfrm>
            <a:off x="0" y="3923424"/>
            <a:ext cx="1226100" cy="1220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 Agenda slide - v3">
  <p:cSld name="CUSTOM_24"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2" name="Google Shape;522;p37"/>
          <p:cNvCxnSpPr/>
          <p:nvPr/>
        </p:nvCxnSpPr>
        <p:spPr>
          <a:xfrm>
            <a:off x="3256650" y="4500"/>
            <a:ext cx="0" cy="51345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3" name="Google Shape;523;p37"/>
          <p:cNvSpPr/>
          <p:nvPr/>
        </p:nvSpPr>
        <p:spPr>
          <a:xfrm>
            <a:off x="3031250" y="193975"/>
            <a:ext cx="452100" cy="452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524" name="Google Shape;524;p37"/>
          <p:cNvSpPr txBox="1"/>
          <p:nvPr/>
        </p:nvSpPr>
        <p:spPr>
          <a:xfrm>
            <a:off x="3031387" y="310307"/>
            <a:ext cx="4521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01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525" name="Google Shape;525;p37"/>
          <p:cNvSpPr txBox="1">
            <a:spLocks noGrp="1"/>
          </p:cNvSpPr>
          <p:nvPr>
            <p:ph type="subTitle" idx="1"/>
          </p:nvPr>
        </p:nvSpPr>
        <p:spPr>
          <a:xfrm>
            <a:off x="3643200" y="139300"/>
            <a:ext cx="5165100" cy="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526" name="Google Shape;526;p37"/>
          <p:cNvSpPr txBox="1">
            <a:spLocks noGrp="1"/>
          </p:cNvSpPr>
          <p:nvPr>
            <p:ph type="body" idx="2"/>
          </p:nvPr>
        </p:nvSpPr>
        <p:spPr>
          <a:xfrm>
            <a:off x="3643200" y="486882"/>
            <a:ext cx="516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27" name="Google Shape;527;p37"/>
          <p:cNvSpPr/>
          <p:nvPr/>
        </p:nvSpPr>
        <p:spPr>
          <a:xfrm>
            <a:off x="3031375" y="1190025"/>
            <a:ext cx="452100" cy="452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528" name="Google Shape;528;p37"/>
          <p:cNvSpPr txBox="1"/>
          <p:nvPr/>
        </p:nvSpPr>
        <p:spPr>
          <a:xfrm>
            <a:off x="3031512" y="1306357"/>
            <a:ext cx="4521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02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529" name="Google Shape;529;p37"/>
          <p:cNvSpPr txBox="1">
            <a:spLocks noGrp="1"/>
          </p:cNvSpPr>
          <p:nvPr>
            <p:ph type="subTitle" idx="3"/>
          </p:nvPr>
        </p:nvSpPr>
        <p:spPr>
          <a:xfrm>
            <a:off x="3643325" y="1135350"/>
            <a:ext cx="5165100" cy="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530" name="Google Shape;530;p37"/>
          <p:cNvSpPr txBox="1">
            <a:spLocks noGrp="1"/>
          </p:cNvSpPr>
          <p:nvPr>
            <p:ph type="body" idx="4"/>
          </p:nvPr>
        </p:nvSpPr>
        <p:spPr>
          <a:xfrm>
            <a:off x="3643325" y="1482932"/>
            <a:ext cx="516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1" name="Google Shape;531;p37"/>
          <p:cNvSpPr/>
          <p:nvPr/>
        </p:nvSpPr>
        <p:spPr>
          <a:xfrm>
            <a:off x="3031250" y="2186075"/>
            <a:ext cx="452100" cy="452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532" name="Google Shape;532;p37"/>
          <p:cNvSpPr txBox="1"/>
          <p:nvPr/>
        </p:nvSpPr>
        <p:spPr>
          <a:xfrm>
            <a:off x="3031387" y="2302407"/>
            <a:ext cx="4521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03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533" name="Google Shape;533;p37"/>
          <p:cNvSpPr txBox="1">
            <a:spLocks noGrp="1"/>
          </p:cNvSpPr>
          <p:nvPr>
            <p:ph type="subTitle" idx="5"/>
          </p:nvPr>
        </p:nvSpPr>
        <p:spPr>
          <a:xfrm>
            <a:off x="3643200" y="2131400"/>
            <a:ext cx="5165100" cy="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534" name="Google Shape;534;p37"/>
          <p:cNvSpPr txBox="1">
            <a:spLocks noGrp="1"/>
          </p:cNvSpPr>
          <p:nvPr>
            <p:ph type="body" idx="6"/>
          </p:nvPr>
        </p:nvSpPr>
        <p:spPr>
          <a:xfrm>
            <a:off x="3643200" y="2478982"/>
            <a:ext cx="516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5" name="Google Shape;535;p37"/>
          <p:cNvSpPr/>
          <p:nvPr/>
        </p:nvSpPr>
        <p:spPr>
          <a:xfrm>
            <a:off x="3031500" y="3182125"/>
            <a:ext cx="452100" cy="452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536" name="Google Shape;536;p37"/>
          <p:cNvSpPr txBox="1"/>
          <p:nvPr/>
        </p:nvSpPr>
        <p:spPr>
          <a:xfrm>
            <a:off x="3031637" y="3298457"/>
            <a:ext cx="4521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04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537" name="Google Shape;537;p37"/>
          <p:cNvSpPr txBox="1">
            <a:spLocks noGrp="1"/>
          </p:cNvSpPr>
          <p:nvPr>
            <p:ph type="subTitle" idx="7"/>
          </p:nvPr>
        </p:nvSpPr>
        <p:spPr>
          <a:xfrm>
            <a:off x="3643450" y="3127450"/>
            <a:ext cx="5165100" cy="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538" name="Google Shape;538;p37"/>
          <p:cNvSpPr txBox="1">
            <a:spLocks noGrp="1"/>
          </p:cNvSpPr>
          <p:nvPr>
            <p:ph type="body" idx="8"/>
          </p:nvPr>
        </p:nvSpPr>
        <p:spPr>
          <a:xfrm>
            <a:off x="3643450" y="3475032"/>
            <a:ext cx="516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9" name="Google Shape;539;p37"/>
          <p:cNvSpPr/>
          <p:nvPr/>
        </p:nvSpPr>
        <p:spPr>
          <a:xfrm>
            <a:off x="3031250" y="4178175"/>
            <a:ext cx="452100" cy="452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540" name="Google Shape;540;p37"/>
          <p:cNvSpPr txBox="1"/>
          <p:nvPr/>
        </p:nvSpPr>
        <p:spPr>
          <a:xfrm>
            <a:off x="3030612" y="4294357"/>
            <a:ext cx="4521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05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541" name="Google Shape;541;p37"/>
          <p:cNvSpPr txBox="1">
            <a:spLocks noGrp="1"/>
          </p:cNvSpPr>
          <p:nvPr>
            <p:ph type="subTitle" idx="9"/>
          </p:nvPr>
        </p:nvSpPr>
        <p:spPr>
          <a:xfrm>
            <a:off x="3643200" y="4123500"/>
            <a:ext cx="5165100" cy="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542" name="Google Shape;542;p37"/>
          <p:cNvSpPr txBox="1">
            <a:spLocks noGrp="1"/>
          </p:cNvSpPr>
          <p:nvPr>
            <p:ph type="body" idx="13"/>
          </p:nvPr>
        </p:nvSpPr>
        <p:spPr>
          <a:xfrm>
            <a:off x="3643200" y="4471082"/>
            <a:ext cx="516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3" name="Google Shape;543;p37"/>
          <p:cNvSpPr txBox="1">
            <a:spLocks noGrp="1"/>
          </p:cNvSpPr>
          <p:nvPr>
            <p:ph type="title"/>
          </p:nvPr>
        </p:nvSpPr>
        <p:spPr>
          <a:xfrm>
            <a:off x="344850" y="1878425"/>
            <a:ext cx="23313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544" name="Google Shape;544;p37"/>
          <p:cNvSpPr/>
          <p:nvPr/>
        </p:nvSpPr>
        <p:spPr>
          <a:xfrm>
            <a:off x="0" y="4008099"/>
            <a:ext cx="1140600" cy="113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37"/>
          <p:cNvSpPr/>
          <p:nvPr/>
        </p:nvSpPr>
        <p:spPr>
          <a:xfrm rot="10800000">
            <a:off x="1140825" y="3766299"/>
            <a:ext cx="242400" cy="241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exend"/>
              <a:buNone/>
              <a:defRPr sz="2000" b="1" i="0" u="none" strike="noStrike" cap="non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Lexend Light"/>
              <a:buChar char="●"/>
              <a:defRPr sz="1100" b="0" i="0" u="none" strike="noStrike" cap="none">
                <a:solidFill>
                  <a:schemeClr val="dk2"/>
                </a:solidFill>
                <a:latin typeface="Lexend Light"/>
                <a:ea typeface="Lexend Light"/>
                <a:cs typeface="Lexend Light"/>
                <a:sym typeface="Lexend Light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Lexend Light"/>
              <a:buChar char="○"/>
              <a:defRPr sz="1100" b="0" i="0" u="none" strike="noStrike" cap="none">
                <a:solidFill>
                  <a:schemeClr val="dk2"/>
                </a:solidFill>
                <a:latin typeface="Lexend Light"/>
                <a:ea typeface="Lexend Light"/>
                <a:cs typeface="Lexend Light"/>
                <a:sym typeface="Lexend Light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Lexend Light"/>
              <a:buChar char="■"/>
              <a:defRPr sz="1100" b="0" i="0" u="none" strike="noStrike" cap="none">
                <a:solidFill>
                  <a:schemeClr val="dk2"/>
                </a:solidFill>
                <a:latin typeface="Lexend Light"/>
                <a:ea typeface="Lexend Light"/>
                <a:cs typeface="Lexend Light"/>
                <a:sym typeface="Lexend Light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Lexend Light"/>
              <a:buChar char="●"/>
              <a:defRPr sz="1100" b="0" i="0" u="none" strike="noStrike" cap="none">
                <a:solidFill>
                  <a:schemeClr val="dk2"/>
                </a:solidFill>
                <a:latin typeface="Lexend Light"/>
                <a:ea typeface="Lexend Light"/>
                <a:cs typeface="Lexend Light"/>
                <a:sym typeface="Lexend Light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Lexend Light"/>
              <a:buChar char="○"/>
              <a:defRPr sz="1100" b="0" i="0" u="none" strike="noStrike" cap="none">
                <a:solidFill>
                  <a:schemeClr val="dk2"/>
                </a:solidFill>
                <a:latin typeface="Lexend Light"/>
                <a:ea typeface="Lexend Light"/>
                <a:cs typeface="Lexend Light"/>
                <a:sym typeface="Lexend Light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Lexend Light"/>
              <a:buChar char="■"/>
              <a:defRPr sz="1100" b="0" i="0" u="none" strike="noStrike" cap="none">
                <a:solidFill>
                  <a:schemeClr val="dk2"/>
                </a:solidFill>
                <a:latin typeface="Lexend Light"/>
                <a:ea typeface="Lexend Light"/>
                <a:cs typeface="Lexend Light"/>
                <a:sym typeface="Lexend Light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Lexend Light"/>
              <a:buChar char="●"/>
              <a:defRPr sz="1100" b="0" i="0" u="none" strike="noStrike" cap="none">
                <a:solidFill>
                  <a:schemeClr val="dk2"/>
                </a:solidFill>
                <a:latin typeface="Lexend Light"/>
                <a:ea typeface="Lexend Light"/>
                <a:cs typeface="Lexend Light"/>
                <a:sym typeface="Lexend Light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Lexend Light"/>
              <a:buChar char="○"/>
              <a:defRPr sz="1100" b="0" i="0" u="none" strike="noStrike" cap="none">
                <a:solidFill>
                  <a:schemeClr val="dk2"/>
                </a:solidFill>
                <a:latin typeface="Lexend Light"/>
                <a:ea typeface="Lexend Light"/>
                <a:cs typeface="Lexend Light"/>
                <a:sym typeface="Lexend Light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Lexend Light"/>
              <a:buChar char="■"/>
              <a:defRPr sz="1100" b="0" i="0" u="none" strike="noStrike" cap="none">
                <a:solidFill>
                  <a:schemeClr val="dk2"/>
                </a:solidFill>
                <a:latin typeface="Lexend Light"/>
                <a:ea typeface="Lexend Light"/>
                <a:cs typeface="Lexend Light"/>
                <a:sym typeface="Lexend Ligh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38"/>
          <p:cNvSpPr txBox="1">
            <a:spLocks noGrp="1"/>
          </p:cNvSpPr>
          <p:nvPr>
            <p:ph type="body" idx="1"/>
          </p:nvPr>
        </p:nvSpPr>
        <p:spPr>
          <a:xfrm>
            <a:off x="658800" y="793750"/>
            <a:ext cx="6364800" cy="318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sz="2300" b="1" dirty="0">
                <a:latin typeface="Hanken Grotesk"/>
                <a:ea typeface="Hanken Grotesk"/>
                <a:cs typeface="Hanken Grotesk"/>
                <a:sym typeface="Hanken Grotesk"/>
              </a:rPr>
              <a:t>RELIABLE EXPLAINABLE AI FRAMEWORK FOR </a:t>
            </a:r>
            <a:r>
              <a:rPr lang="en-US" sz="2000" dirty="0">
                <a:latin typeface="Hanken Grotesk"/>
                <a:ea typeface="Hanken Grotesk"/>
                <a:cs typeface="Hanken Grotesk"/>
                <a:sym typeface="Hanken Grotesk"/>
              </a:rPr>
              <a:t>SOFTWARE DEFECT PREDICTION</a:t>
            </a:r>
            <a:endParaRPr sz="2000" dirty="0"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US" b="1" dirty="0"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US" b="1" dirty="0"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IN" b="1" dirty="0"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b="1" dirty="0"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GB" b="1" dirty="0">
                <a:latin typeface="Lexend"/>
                <a:ea typeface="Lexend"/>
                <a:cs typeface="Lexend"/>
                <a:sym typeface="Lexend"/>
              </a:rPr>
              <a:t>Student Name:</a:t>
            </a:r>
            <a:r>
              <a:rPr lang="en-GB" dirty="0"/>
              <a:t> Udit Jain</a:t>
            </a:r>
            <a:br>
              <a:rPr lang="en-GB" dirty="0"/>
            </a:br>
            <a:r>
              <a:rPr lang="en-GB" b="1" dirty="0">
                <a:latin typeface="Lexend"/>
                <a:ea typeface="Lexend"/>
                <a:cs typeface="Lexend"/>
                <a:sym typeface="Lexend"/>
              </a:rPr>
              <a:t>Roll No:</a:t>
            </a:r>
            <a:r>
              <a:rPr lang="en-GB" dirty="0"/>
              <a:t> 24CSM1R23</a:t>
            </a:r>
            <a:br>
              <a:rPr lang="en-GB" dirty="0"/>
            </a:br>
            <a:r>
              <a:rPr lang="en-GB" b="1" dirty="0">
                <a:latin typeface="Lexend"/>
                <a:ea typeface="Lexend"/>
                <a:cs typeface="Lexend"/>
                <a:sym typeface="Lexend"/>
              </a:rPr>
              <a:t>Guide Name:</a:t>
            </a:r>
            <a:r>
              <a:rPr lang="en-GB" dirty="0"/>
              <a:t> Dr. Manjubala Bisi</a:t>
            </a:r>
            <a:endParaRPr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39"/>
          <p:cNvSpPr txBox="1">
            <a:spLocks noGrp="1"/>
          </p:cNvSpPr>
          <p:nvPr>
            <p:ph type="title"/>
          </p:nvPr>
        </p:nvSpPr>
        <p:spPr>
          <a:xfrm>
            <a:off x="658800" y="864475"/>
            <a:ext cx="63648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Scope of the Project</a:t>
            </a:r>
            <a:endParaRPr/>
          </a:p>
        </p:txBody>
      </p:sp>
      <p:sp>
        <p:nvSpPr>
          <p:cNvPr id="556" name="Google Shape;556;p39"/>
          <p:cNvSpPr txBox="1">
            <a:spLocks noGrp="1"/>
          </p:cNvSpPr>
          <p:nvPr>
            <p:ph type="body" idx="4294967295"/>
          </p:nvPr>
        </p:nvSpPr>
        <p:spPr>
          <a:xfrm>
            <a:off x="658800" y="1411675"/>
            <a:ext cx="5229600" cy="329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3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Project Focus</a:t>
            </a:r>
            <a:endParaRPr sz="13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project focuses on using </a:t>
            </a:r>
            <a:r>
              <a:rPr lang="en-GB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SHAP</a:t>
            </a: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explain software defect prediction models and on evaluating the </a:t>
            </a:r>
            <a:r>
              <a:rPr lang="en-GB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reliability</a:t>
            </a: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of those explanations.</a:t>
            </a:r>
            <a:b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The goal is to ensure developers and stakeholders can </a:t>
            </a:r>
            <a:r>
              <a:rPr lang="en-GB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trust, validate, and interpret</a:t>
            </a: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the model’s reasoning—not just its predictions.</a:t>
            </a:r>
            <a:endParaRPr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3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Expected Outcomes</a:t>
            </a:r>
            <a:endParaRPr sz="13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clearer understanding of which </a:t>
            </a:r>
            <a:r>
              <a:rPr lang="en-GB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software metrics truly drive defect predictions</a:t>
            </a: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Reliability measures</a:t>
            </a: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that strengthen trust in SHAP explanations.</a:t>
            </a:r>
            <a:endParaRPr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Ultimately, this work bridges the gap between </a:t>
            </a:r>
            <a:r>
              <a:rPr lang="en-GB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AI explainability</a:t>
            </a: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en-GB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trustworthy, actionable insights</a:t>
            </a: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for software engineering.</a:t>
            </a:r>
            <a:endParaRPr b="1" dirty="0"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557" name="Google Shape;557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69325" y="1788925"/>
            <a:ext cx="2632699" cy="134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40"/>
          <p:cNvSpPr txBox="1">
            <a:spLocks noGrp="1"/>
          </p:cNvSpPr>
          <p:nvPr>
            <p:ph type="title"/>
          </p:nvPr>
        </p:nvSpPr>
        <p:spPr>
          <a:xfrm>
            <a:off x="514050" y="942525"/>
            <a:ext cx="8115900" cy="39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Introduction to Explainable AI with a Focus on Reliability</a:t>
            </a:r>
            <a:endParaRPr/>
          </a:p>
        </p:txBody>
      </p:sp>
      <p:sp>
        <p:nvSpPr>
          <p:cNvPr id="563" name="Google Shape;563;p40"/>
          <p:cNvSpPr txBox="1"/>
          <p:nvPr/>
        </p:nvSpPr>
        <p:spPr>
          <a:xfrm>
            <a:off x="586550" y="1588775"/>
            <a:ext cx="7935300" cy="22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chemeClr val="dk1"/>
                </a:solidFill>
              </a:rPr>
              <a:t>Explainable AI (XAI):</a:t>
            </a:r>
            <a:br>
              <a:rPr lang="en-GB" sz="1600" b="1">
                <a:solidFill>
                  <a:schemeClr val="dk1"/>
                </a:solidFill>
              </a:rPr>
            </a:br>
            <a:r>
              <a:rPr lang="en-GB" sz="1100">
                <a:solidFill>
                  <a:schemeClr val="dk1"/>
                </a:solidFill>
              </a:rPr>
              <a:t> Explainable AI refers to techniques that make the inner workings and predictions of complex AI models understandable to humans. Instead of treating AI as a “black box,” XAI highlights </a:t>
            </a:r>
            <a:r>
              <a:rPr lang="en-GB" sz="1100" i="1">
                <a:solidFill>
                  <a:schemeClr val="dk1"/>
                </a:solidFill>
              </a:rPr>
              <a:t>which features or factors influenced a decision</a:t>
            </a:r>
            <a:r>
              <a:rPr lang="en-GB" sz="1100">
                <a:solidFill>
                  <a:schemeClr val="dk1"/>
                </a:solidFill>
              </a:rPr>
              <a:t> and how much they contributed.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1"/>
                </a:solidFill>
              </a:rPr>
              <a:t>Think of AI like a teacher giving you an answer. Normally, it just says </a:t>
            </a:r>
            <a:r>
              <a:rPr lang="en-GB" sz="1100" i="1">
                <a:solidFill>
                  <a:schemeClr val="dk1"/>
                </a:solidFill>
              </a:rPr>
              <a:t>“42”</a:t>
            </a:r>
            <a:r>
              <a:rPr lang="en-GB" sz="1100">
                <a:solidFill>
                  <a:schemeClr val="dk1"/>
                </a:solidFill>
              </a:rPr>
              <a:t> without telling you how. With XAI, the teacher shows the </a:t>
            </a:r>
            <a:r>
              <a:rPr lang="en-GB" sz="1100" b="1">
                <a:solidFill>
                  <a:schemeClr val="dk1"/>
                </a:solidFill>
              </a:rPr>
              <a:t>steps, reasons, and key points</a:t>
            </a:r>
            <a:r>
              <a:rPr lang="en-GB" sz="1100">
                <a:solidFill>
                  <a:schemeClr val="dk1"/>
                </a:solidFill>
              </a:rPr>
              <a:t> that led to the answer.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100" b="1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 b="1">
              <a:solidFill>
                <a:schemeClr val="dk1"/>
              </a:solidFill>
            </a:endParaRPr>
          </a:p>
        </p:txBody>
      </p:sp>
      <p:sp>
        <p:nvSpPr>
          <p:cNvPr id="564" name="Google Shape;564;p40"/>
          <p:cNvSpPr txBox="1"/>
          <p:nvPr/>
        </p:nvSpPr>
        <p:spPr>
          <a:xfrm>
            <a:off x="1994875" y="3486525"/>
            <a:ext cx="6527100" cy="12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1"/>
                </a:solidFill>
              </a:rPr>
              <a:t>Importance:</a:t>
            </a:r>
            <a:br>
              <a:rPr lang="en-GB" sz="1100" b="1">
                <a:solidFill>
                  <a:schemeClr val="dk1"/>
                </a:solidFill>
              </a:rPr>
            </a:br>
            <a:r>
              <a:rPr lang="en-GB" sz="1100">
                <a:solidFill>
                  <a:schemeClr val="dk1"/>
                </a:solidFill>
              </a:rPr>
              <a:t> This makes AI decisions </a:t>
            </a:r>
            <a:r>
              <a:rPr lang="en-GB" sz="1100" b="1">
                <a:solidFill>
                  <a:schemeClr val="dk1"/>
                </a:solidFill>
              </a:rPr>
              <a:t>clear and transparent</a:t>
            </a:r>
            <a:r>
              <a:rPr lang="en-GB" sz="1100">
                <a:solidFill>
                  <a:schemeClr val="dk1"/>
                </a:solidFill>
              </a:rPr>
              <a:t>, so people can </a:t>
            </a:r>
            <a:r>
              <a:rPr lang="en-GB" sz="1100" b="1">
                <a:solidFill>
                  <a:schemeClr val="dk1"/>
                </a:solidFill>
              </a:rPr>
              <a:t>trust</a:t>
            </a:r>
            <a:r>
              <a:rPr lang="en-GB" sz="1100">
                <a:solidFill>
                  <a:schemeClr val="dk1"/>
                </a:solidFill>
              </a:rPr>
              <a:t> the results, </a:t>
            </a:r>
            <a:r>
              <a:rPr lang="en-GB" sz="1100" b="1">
                <a:solidFill>
                  <a:schemeClr val="dk1"/>
                </a:solidFill>
              </a:rPr>
              <a:t>understand</a:t>
            </a:r>
            <a:r>
              <a:rPr lang="en-GB" sz="1100">
                <a:solidFill>
                  <a:schemeClr val="dk1"/>
                </a:solidFill>
              </a:rPr>
              <a:t> the reasoning, and </a:t>
            </a:r>
            <a:r>
              <a:rPr lang="en-GB" sz="1100" b="1">
                <a:solidFill>
                  <a:schemeClr val="dk1"/>
                </a:solidFill>
              </a:rPr>
              <a:t>confidently act</a:t>
            </a:r>
            <a:r>
              <a:rPr lang="en-GB" sz="1100">
                <a:solidFill>
                  <a:schemeClr val="dk1"/>
                </a:solidFill>
              </a:rPr>
              <a:t> on them. Instead of a “black box,” AI becomes a </a:t>
            </a:r>
            <a:r>
              <a:rPr lang="en-GB" sz="1100" b="1">
                <a:solidFill>
                  <a:schemeClr val="dk1"/>
                </a:solidFill>
              </a:rPr>
              <a:t>guide you can question and rely on</a:t>
            </a:r>
            <a:r>
              <a:rPr lang="en-GB" sz="1100">
                <a:solidFill>
                  <a:schemeClr val="dk1"/>
                </a:solidFill>
              </a:rPr>
              <a:t>.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41"/>
          <p:cNvSpPr txBox="1">
            <a:spLocks noGrp="1"/>
          </p:cNvSpPr>
          <p:nvPr>
            <p:ph type="title"/>
          </p:nvPr>
        </p:nvSpPr>
        <p:spPr>
          <a:xfrm>
            <a:off x="514050" y="942525"/>
            <a:ext cx="8115900" cy="39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Introduction to Explainable AI with a Focus on Reliability</a:t>
            </a:r>
            <a:endParaRPr/>
          </a:p>
        </p:txBody>
      </p:sp>
      <p:sp>
        <p:nvSpPr>
          <p:cNvPr id="570" name="Google Shape;570;p41"/>
          <p:cNvSpPr txBox="1"/>
          <p:nvPr/>
        </p:nvSpPr>
        <p:spPr>
          <a:xfrm>
            <a:off x="586550" y="1588775"/>
            <a:ext cx="7935300" cy="22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chemeClr val="dk1"/>
                </a:solidFill>
              </a:rPr>
              <a:t>Reliability of XAI:</a:t>
            </a:r>
            <a:br>
              <a:rPr lang="en-GB" sz="1600" b="1">
                <a:solidFill>
                  <a:schemeClr val="dk1"/>
                </a:solidFill>
              </a:rPr>
            </a:br>
            <a:r>
              <a:rPr lang="en-GB" sz="1100">
                <a:solidFill>
                  <a:schemeClr val="dk1"/>
                </a:solidFill>
              </a:rPr>
              <a:t> Reliability means not just explaining a model’s decision once, but making sure those explanations are </a:t>
            </a:r>
            <a:r>
              <a:rPr lang="en-GB" sz="1100" b="1">
                <a:solidFill>
                  <a:schemeClr val="dk1"/>
                </a:solidFill>
              </a:rPr>
              <a:t>consistent, stable, and truly reflect how the model works</a:t>
            </a:r>
            <a:r>
              <a:rPr lang="en-GB" sz="1100">
                <a:solidFill>
                  <a:schemeClr val="dk1"/>
                </a:solidFill>
              </a:rPr>
              <a:t>.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1"/>
                </a:solidFill>
              </a:rPr>
              <a:t>Imagine asking a friend the same question on different days — if the answers keep changing, you wouldn’t trust them. Similarly, reliable AI explanations should stay steady across different data samples or conditions, proving that the insights are dependable and not random.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solidFill>
                <a:schemeClr val="dk1"/>
              </a:solidFill>
            </a:endParaRPr>
          </a:p>
        </p:txBody>
      </p:sp>
      <p:sp>
        <p:nvSpPr>
          <p:cNvPr id="571" name="Google Shape;571;p41"/>
          <p:cNvSpPr txBox="1"/>
          <p:nvPr/>
        </p:nvSpPr>
        <p:spPr>
          <a:xfrm>
            <a:off x="1967900" y="3450575"/>
            <a:ext cx="5930700" cy="89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1"/>
                </a:solidFill>
              </a:rPr>
              <a:t>Importance:</a:t>
            </a:r>
            <a:r>
              <a:rPr lang="en-GB" sz="1100">
                <a:solidFill>
                  <a:schemeClr val="dk1"/>
                </a:solidFill>
              </a:rPr>
              <a:t> 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00">
                <a:solidFill>
                  <a:schemeClr val="dk1"/>
                </a:solidFill>
              </a:rPr>
              <a:t>Builds </a:t>
            </a:r>
            <a:r>
              <a:rPr lang="en-GB" sz="1100" b="1">
                <a:solidFill>
                  <a:schemeClr val="dk1"/>
                </a:solidFill>
              </a:rPr>
              <a:t>confidence and trust</a:t>
            </a:r>
            <a:r>
              <a:rPr lang="en-GB" sz="1100">
                <a:solidFill>
                  <a:schemeClr val="dk1"/>
                </a:solidFill>
              </a:rPr>
              <a:t> in AI systems, helping developers and stakeholders make </a:t>
            </a:r>
            <a:r>
              <a:rPr lang="en-GB" sz="1100" b="1">
                <a:solidFill>
                  <a:schemeClr val="dk1"/>
                </a:solidFill>
              </a:rPr>
              <a:t>informed, risk-free decisions</a:t>
            </a:r>
            <a:r>
              <a:rPr lang="en-GB" sz="1100">
                <a:solidFill>
                  <a:schemeClr val="dk1"/>
                </a:solidFill>
              </a:rPr>
              <a:t> based on explanations they can rely on.</a:t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42"/>
          <p:cNvSpPr txBox="1">
            <a:spLocks noGrp="1"/>
          </p:cNvSpPr>
          <p:nvPr>
            <p:ph type="title"/>
          </p:nvPr>
        </p:nvSpPr>
        <p:spPr>
          <a:xfrm>
            <a:off x="514050" y="942525"/>
            <a:ext cx="8115900" cy="39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Introduction to Explainable AI with a Focus on Reliability</a:t>
            </a:r>
            <a:endParaRPr/>
          </a:p>
        </p:txBody>
      </p:sp>
      <p:sp>
        <p:nvSpPr>
          <p:cNvPr id="577" name="Google Shape;577;p42"/>
          <p:cNvSpPr txBox="1"/>
          <p:nvPr/>
        </p:nvSpPr>
        <p:spPr>
          <a:xfrm>
            <a:off x="586550" y="1588775"/>
            <a:ext cx="7935300" cy="18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>
                <a:solidFill>
                  <a:schemeClr val="dk1"/>
                </a:solidFill>
              </a:rPr>
              <a:t>Relevance in Software Defect Prediction</a:t>
            </a:r>
            <a:br>
              <a:rPr lang="en-GB" sz="1100" b="1">
                <a:solidFill>
                  <a:schemeClr val="dk1"/>
                </a:solidFill>
              </a:rPr>
            </a:br>
            <a:r>
              <a:rPr lang="en-GB" sz="1100">
                <a:solidFill>
                  <a:schemeClr val="dk1"/>
                </a:solidFill>
              </a:rPr>
              <a:t> Reliable explanations help developers and stakeholders </a:t>
            </a:r>
            <a:r>
              <a:rPr lang="en-GB" sz="1100" b="1">
                <a:solidFill>
                  <a:schemeClr val="dk1"/>
                </a:solidFill>
              </a:rPr>
              <a:t>trust the model’s insights</a:t>
            </a:r>
            <a:r>
              <a:rPr lang="en-GB" sz="1100">
                <a:solidFill>
                  <a:schemeClr val="dk1"/>
                </a:solidFill>
              </a:rPr>
              <a:t>, take </a:t>
            </a:r>
            <a:r>
              <a:rPr lang="en-GB" sz="1100" b="1">
                <a:solidFill>
                  <a:schemeClr val="dk1"/>
                </a:solidFill>
              </a:rPr>
              <a:t>confident actions</a:t>
            </a:r>
            <a:r>
              <a:rPr lang="en-GB" sz="1100">
                <a:solidFill>
                  <a:schemeClr val="dk1"/>
                </a:solidFill>
              </a:rPr>
              <a:t>, and ultimately achieve </a:t>
            </a:r>
            <a:r>
              <a:rPr lang="en-GB" sz="1100" b="1">
                <a:solidFill>
                  <a:schemeClr val="dk1"/>
                </a:solidFill>
              </a:rPr>
              <a:t>better software quality with fewer risks</a:t>
            </a:r>
            <a:r>
              <a:rPr lang="en-GB" sz="1100">
                <a:solidFill>
                  <a:schemeClr val="dk1"/>
                </a:solidFill>
              </a:rPr>
              <a:t>.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100" b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>
                <a:solidFill>
                  <a:schemeClr val="dk1"/>
                </a:solidFill>
              </a:rPr>
              <a:t>Motivation:</a:t>
            </a:r>
            <a:br>
              <a:rPr lang="en-GB" sz="1100" b="1">
                <a:solidFill>
                  <a:schemeClr val="dk1"/>
                </a:solidFill>
              </a:rPr>
            </a:br>
            <a:r>
              <a:rPr lang="en-GB" sz="1100">
                <a:solidFill>
                  <a:schemeClr val="dk1"/>
                </a:solidFill>
              </a:rPr>
              <a:t> By moving beyond accuracy to </a:t>
            </a:r>
            <a:r>
              <a:rPr lang="en-GB" sz="1100" b="1">
                <a:solidFill>
                  <a:schemeClr val="dk1"/>
                </a:solidFill>
              </a:rPr>
              <a:t>trustworthy explanations</a:t>
            </a:r>
            <a:r>
              <a:rPr lang="en-GB" sz="1100">
                <a:solidFill>
                  <a:schemeClr val="dk1"/>
                </a:solidFill>
              </a:rPr>
              <a:t>, we enable AI to become a </a:t>
            </a:r>
            <a:r>
              <a:rPr lang="en-GB" sz="1100" b="1">
                <a:solidFill>
                  <a:schemeClr val="dk1"/>
                </a:solidFill>
              </a:rPr>
              <a:t>true decision-support partner</a:t>
            </a:r>
            <a:r>
              <a:rPr lang="en-GB" sz="1100">
                <a:solidFill>
                  <a:schemeClr val="dk1"/>
                </a:solidFill>
              </a:rPr>
              <a:t> in software engineering, not just a prediction tool.</a:t>
            </a:r>
            <a:endParaRPr sz="1100"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43"/>
          <p:cNvSpPr txBox="1">
            <a:spLocks noGrp="1"/>
          </p:cNvSpPr>
          <p:nvPr>
            <p:ph type="title"/>
          </p:nvPr>
        </p:nvSpPr>
        <p:spPr>
          <a:xfrm>
            <a:off x="388800" y="810000"/>
            <a:ext cx="6757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Problem Statement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endParaRPr/>
          </a:p>
        </p:txBody>
      </p:sp>
      <p:sp>
        <p:nvSpPr>
          <p:cNvPr id="583" name="Google Shape;583;p43"/>
          <p:cNvSpPr txBox="1">
            <a:spLocks noGrp="1"/>
          </p:cNvSpPr>
          <p:nvPr>
            <p:ph type="body" idx="1"/>
          </p:nvPr>
        </p:nvSpPr>
        <p:spPr>
          <a:xfrm>
            <a:off x="388800" y="1357200"/>
            <a:ext cx="6757200" cy="29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b="1" dirty="0">
                <a:latin typeface="Lexend"/>
                <a:ea typeface="Lexend"/>
                <a:cs typeface="Lexend"/>
                <a:sym typeface="Lexend"/>
              </a:rPr>
              <a:t>Challenges : </a:t>
            </a:r>
            <a:endParaRPr b="1" dirty="0"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Traditional AI models often lack </a:t>
            </a: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transparency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in their predictions.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Difficulty in understanding </a:t>
            </a: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how different software metrics influence defect prediction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Explanations may vary across </a:t>
            </a: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datasets, folds, and domains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, reducing trust.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Limited availability of </a:t>
            </a: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reliable, standardized defect data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Without addressing these challenges, AI explanations remain </a:t>
            </a: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hard to trust and act upon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.</a:t>
            </a:r>
            <a:endParaRPr b="1" dirty="0"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r>
              <a:rPr lang="en-GB" dirty="0"/>
              <a:t>Understanding these challenges is crucial for effective solutions!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47"/>
          <p:cNvSpPr txBox="1">
            <a:spLocks noGrp="1"/>
          </p:cNvSpPr>
          <p:nvPr>
            <p:ph type="title"/>
          </p:nvPr>
        </p:nvSpPr>
        <p:spPr>
          <a:xfrm>
            <a:off x="372221" y="414000"/>
            <a:ext cx="83139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 dirty="0"/>
              <a:t>Data Collection</a:t>
            </a:r>
            <a:endParaRPr dirty="0"/>
          </a:p>
        </p:txBody>
      </p:sp>
      <p:sp>
        <p:nvSpPr>
          <p:cNvPr id="607" name="Google Shape;607;p47"/>
          <p:cNvSpPr txBox="1">
            <a:spLocks noGrp="1"/>
          </p:cNvSpPr>
          <p:nvPr>
            <p:ph type="subTitle" idx="1"/>
          </p:nvPr>
        </p:nvSpPr>
        <p:spPr>
          <a:xfrm>
            <a:off x="359625" y="961200"/>
            <a:ext cx="83391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GB" dirty="0"/>
              <a:t>Data Sources</a:t>
            </a:r>
            <a:endParaRPr dirty="0"/>
          </a:p>
        </p:txBody>
      </p:sp>
      <p:sp>
        <p:nvSpPr>
          <p:cNvPr id="611" name="Google Shape;611;p47"/>
          <p:cNvSpPr txBox="1">
            <a:spLocks noGrp="1"/>
          </p:cNvSpPr>
          <p:nvPr>
            <p:ph type="subTitle" idx="4"/>
          </p:nvPr>
        </p:nvSpPr>
        <p:spPr>
          <a:xfrm>
            <a:off x="3925493" y="4126699"/>
            <a:ext cx="41793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/>
            <a:r>
              <a:rPr lang="en-US" sz="1000" b="1" dirty="0"/>
              <a:t>Table 3 : </a:t>
            </a:r>
            <a:r>
              <a:rPr lang="en-US" sz="1000" dirty="0"/>
              <a:t>NASA PROMISE software defect datasets used in this study, detailing the number of instances, attributes, and class distribution for each dataset.</a:t>
            </a:r>
            <a:endParaRPr sz="1000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B65865C-DC09-638C-4587-135C0A3251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1285304"/>
              </p:ext>
            </p:extLst>
          </p:nvPr>
        </p:nvGraphicFramePr>
        <p:xfrm>
          <a:off x="3055439" y="1271336"/>
          <a:ext cx="5643286" cy="2614864"/>
        </p:xfrm>
        <a:graphic>
          <a:graphicData uri="http://schemas.openxmlformats.org/drawingml/2006/table">
            <a:tbl>
              <a:tblPr firstRow="1" firstCol="1" bandRow="1">
                <a:tableStyleId>{08DB28E6-07B8-43B4-94E9-65CDF57FDC44}</a:tableStyleId>
              </a:tblPr>
              <a:tblGrid>
                <a:gridCol w="672315">
                  <a:extLst>
                    <a:ext uri="{9D8B030D-6E8A-4147-A177-3AD203B41FA5}">
                      <a16:colId xmlns:a16="http://schemas.microsoft.com/office/drawing/2014/main" val="2244438559"/>
                    </a:ext>
                  </a:extLst>
                </a:gridCol>
                <a:gridCol w="797042">
                  <a:extLst>
                    <a:ext uri="{9D8B030D-6E8A-4147-A177-3AD203B41FA5}">
                      <a16:colId xmlns:a16="http://schemas.microsoft.com/office/drawing/2014/main" val="3393110883"/>
                    </a:ext>
                  </a:extLst>
                </a:gridCol>
                <a:gridCol w="770177">
                  <a:extLst>
                    <a:ext uri="{9D8B030D-6E8A-4147-A177-3AD203B41FA5}">
                      <a16:colId xmlns:a16="http://schemas.microsoft.com/office/drawing/2014/main" val="3596462744"/>
                    </a:ext>
                  </a:extLst>
                </a:gridCol>
                <a:gridCol w="814953">
                  <a:extLst>
                    <a:ext uri="{9D8B030D-6E8A-4147-A177-3AD203B41FA5}">
                      <a16:colId xmlns:a16="http://schemas.microsoft.com/office/drawing/2014/main" val="2713589660"/>
                    </a:ext>
                  </a:extLst>
                </a:gridCol>
                <a:gridCol w="2588799">
                  <a:extLst>
                    <a:ext uri="{9D8B030D-6E8A-4147-A177-3AD203B41FA5}">
                      <a16:colId xmlns:a16="http://schemas.microsoft.com/office/drawing/2014/main" val="3571737475"/>
                    </a:ext>
                  </a:extLst>
                </a:gridCol>
              </a:tblGrid>
              <a:tr h="43382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i="1" dirty="0">
                          <a:effectLst/>
                        </a:rPr>
                        <a:t>Dataset</a:t>
                      </a:r>
                      <a:endParaRPr lang="en-IN" sz="1000" b="1" i="1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i="1">
                          <a:effectLst/>
                        </a:rPr>
                        <a:t>Instances</a:t>
                      </a:r>
                      <a:endParaRPr lang="en-IN" sz="1000" b="1" i="1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i="1">
                          <a:effectLst/>
                        </a:rPr>
                        <a:t>Features</a:t>
                      </a:r>
                      <a:endParaRPr lang="en-IN" sz="1000" b="1" i="1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i="1">
                          <a:effectLst/>
                        </a:rPr>
                        <a:t>Defective Modules</a:t>
                      </a:r>
                      <a:endParaRPr lang="en-IN" sz="1000" b="1" i="1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i="1" dirty="0">
                          <a:effectLst/>
                        </a:rPr>
                        <a:t>Description</a:t>
                      </a:r>
                      <a:endParaRPr lang="en-IN" sz="1000" b="1" i="1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56734"/>
                  </a:ext>
                </a:extLst>
              </a:tr>
              <a:tr h="27121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</a:rPr>
                        <a:t>CM1</a:t>
                      </a:r>
                      <a:endParaRPr lang="en-IN" sz="1000" b="1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327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35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42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Spacecraft instrument (C language)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5230873"/>
                  </a:ext>
                </a:extLst>
              </a:tr>
              <a:tr h="29669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>
                          <a:effectLst/>
                        </a:rPr>
                        <a:t>MC1</a:t>
                      </a:r>
                      <a:endParaRPr lang="en-IN" sz="1000" b="1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9,400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39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68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Flight software modules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9541695"/>
                  </a:ext>
                </a:extLst>
              </a:tr>
              <a:tr h="28646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>
                          <a:effectLst/>
                        </a:rPr>
                        <a:t>MC2</a:t>
                      </a:r>
                      <a:endParaRPr lang="en-IN" sz="1000" b="1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5,200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39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160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Instrument control system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1223258"/>
                  </a:ext>
                </a:extLst>
              </a:tr>
              <a:tr h="24553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>
                          <a:effectLst/>
                        </a:rPr>
                        <a:t>MW1</a:t>
                      </a:r>
                      <a:endParaRPr lang="en-IN" sz="1000" b="1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403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37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27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Ground system monitoring software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8814714"/>
                  </a:ext>
                </a:extLst>
              </a:tr>
              <a:tr h="266001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>
                          <a:effectLst/>
                        </a:rPr>
                        <a:t>PC1</a:t>
                      </a:r>
                      <a:endParaRPr lang="en-IN" sz="1000" b="1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1,109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36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77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Flight software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8207100"/>
                  </a:ext>
                </a:extLst>
              </a:tr>
              <a:tr h="26600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>
                          <a:effectLst/>
                        </a:rPr>
                        <a:t>PC2</a:t>
                      </a:r>
                      <a:endParaRPr lang="en-IN" sz="1000" b="1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5,589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37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16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Flight control system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9689"/>
                  </a:ext>
                </a:extLst>
              </a:tr>
              <a:tr h="28646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>
                          <a:effectLst/>
                        </a:rPr>
                        <a:t>PC3</a:t>
                      </a:r>
                      <a:endParaRPr lang="en-IN" sz="1000" b="1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1,563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37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160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Ground data system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1877199"/>
                  </a:ext>
                </a:extLst>
              </a:tr>
              <a:tr h="2626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</a:rPr>
                        <a:t>PC4</a:t>
                      </a:r>
                      <a:endParaRPr lang="en-IN" sz="1000" b="1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1,458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37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178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Spacecraft dynamics model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426124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897CFA13-A252-E2DF-CE0C-4CEB57D70D0C}"/>
              </a:ext>
            </a:extLst>
          </p:cNvPr>
          <p:cNvSpPr txBox="1"/>
          <p:nvPr/>
        </p:nvSpPr>
        <p:spPr>
          <a:xfrm>
            <a:off x="359625" y="1424646"/>
            <a:ext cx="2183049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r>
              <a:rPr lang="en-US" sz="1100" dirty="0">
                <a:effectLst/>
                <a:latin typeface="Lexend" panose="020B0604020202020204" charset="0"/>
                <a:ea typeface="MS Mincho" panose="02020609040205080304" pitchFamily="49" charset="-128"/>
                <a:cs typeface="Times New Roman" panose="02020603050405020304" pitchFamily="18" charset="0"/>
              </a:rPr>
              <a:t>The following datasets from the </a:t>
            </a:r>
            <a:r>
              <a:rPr lang="en-US" sz="1100" b="1" dirty="0">
                <a:effectLst/>
                <a:latin typeface="Lexend" panose="020B0604020202020204" charset="0"/>
                <a:ea typeface="MS Mincho" panose="02020609040205080304" pitchFamily="49" charset="-128"/>
                <a:cs typeface="Times New Roman" panose="02020603050405020304" pitchFamily="18" charset="0"/>
              </a:rPr>
              <a:t>NASA PROMISE </a:t>
            </a:r>
            <a:r>
              <a:rPr lang="en-US" sz="1100" dirty="0">
                <a:effectLst/>
                <a:latin typeface="Lexend" panose="020B0604020202020204" charset="0"/>
                <a:ea typeface="MS Mincho" panose="02020609040205080304" pitchFamily="49" charset="-128"/>
                <a:cs typeface="Times New Roman" panose="02020603050405020304" pitchFamily="18" charset="0"/>
              </a:rPr>
              <a:t>repository were used for evaluating the Reliable Explainable AI (XAI) Framework for Software Defect Prediction (SDP)</a:t>
            </a:r>
            <a:endParaRPr lang="en-IN" sz="1100" dirty="0">
              <a:latin typeface="Lexend" panose="020B060402020202020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>
          <a:extLst>
            <a:ext uri="{FF2B5EF4-FFF2-40B4-BE49-F238E27FC236}">
              <a16:creationId xmlns:a16="http://schemas.microsoft.com/office/drawing/2014/main" id="{1AB4D114-7845-66A8-8FC2-BDE0C8FA0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47">
            <a:extLst>
              <a:ext uri="{FF2B5EF4-FFF2-40B4-BE49-F238E27FC236}">
                <a16:creationId xmlns:a16="http://schemas.microsoft.com/office/drawing/2014/main" id="{A6360EDA-A738-8273-4DEE-603A18709D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2221" y="414000"/>
            <a:ext cx="83139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 dirty="0"/>
              <a:t>Cross Project Datasets </a:t>
            </a:r>
            <a:br>
              <a:rPr lang="en-GB" dirty="0"/>
            </a:br>
            <a:r>
              <a:rPr lang="en-GB" dirty="0"/>
              <a:t>Combinations</a:t>
            </a:r>
            <a:endParaRPr dirty="0"/>
          </a:p>
        </p:txBody>
      </p:sp>
      <p:sp>
        <p:nvSpPr>
          <p:cNvPr id="607" name="Google Shape;607;p47">
            <a:extLst>
              <a:ext uri="{FF2B5EF4-FFF2-40B4-BE49-F238E27FC236}">
                <a16:creationId xmlns:a16="http://schemas.microsoft.com/office/drawing/2014/main" id="{9FCCB48E-021E-0592-2614-782D0C4056C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7021" y="1402358"/>
            <a:ext cx="83391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GB" dirty="0"/>
              <a:t>Key Points</a:t>
            </a:r>
            <a:endParaRPr dirty="0"/>
          </a:p>
        </p:txBody>
      </p:sp>
      <p:sp>
        <p:nvSpPr>
          <p:cNvPr id="611" name="Google Shape;611;p47">
            <a:extLst>
              <a:ext uri="{FF2B5EF4-FFF2-40B4-BE49-F238E27FC236}">
                <a16:creationId xmlns:a16="http://schemas.microsoft.com/office/drawing/2014/main" id="{5E8EA966-01F9-137B-2701-DA31FC073020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4171030" y="4126699"/>
            <a:ext cx="41793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/>
            <a:r>
              <a:rPr lang="en-US" sz="1000" b="1" dirty="0"/>
              <a:t>Table 3 : </a:t>
            </a:r>
            <a:r>
              <a:rPr lang="en-US" sz="1000" dirty="0"/>
              <a:t>Cross-project training–testing dataset combinations constructed from NASA PROMISE software defect datasets (PC1–PC4)</a:t>
            </a:r>
            <a:endParaRPr sz="1000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9E829B4-6334-92CF-5A37-51B5B5C75B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0837949"/>
              </p:ext>
            </p:extLst>
          </p:nvPr>
        </p:nvGraphicFramePr>
        <p:xfrm>
          <a:off x="5140913" y="325670"/>
          <a:ext cx="2239534" cy="3665532"/>
        </p:xfrm>
        <a:graphic>
          <a:graphicData uri="http://schemas.openxmlformats.org/drawingml/2006/table">
            <a:tbl>
              <a:tblPr firstRow="1" firstCol="1" bandRow="1">
                <a:tableStyleId>{08DB28E6-07B8-43B4-94E9-65CDF57FDC44}</a:tableStyleId>
              </a:tblPr>
              <a:tblGrid>
                <a:gridCol w="672315">
                  <a:extLst>
                    <a:ext uri="{9D8B030D-6E8A-4147-A177-3AD203B41FA5}">
                      <a16:colId xmlns:a16="http://schemas.microsoft.com/office/drawing/2014/main" val="2244438559"/>
                    </a:ext>
                  </a:extLst>
                </a:gridCol>
                <a:gridCol w="797042">
                  <a:extLst>
                    <a:ext uri="{9D8B030D-6E8A-4147-A177-3AD203B41FA5}">
                      <a16:colId xmlns:a16="http://schemas.microsoft.com/office/drawing/2014/main" val="3393110883"/>
                    </a:ext>
                  </a:extLst>
                </a:gridCol>
                <a:gridCol w="770177">
                  <a:extLst>
                    <a:ext uri="{9D8B030D-6E8A-4147-A177-3AD203B41FA5}">
                      <a16:colId xmlns:a16="http://schemas.microsoft.com/office/drawing/2014/main" val="3596462744"/>
                    </a:ext>
                  </a:extLst>
                </a:gridCol>
              </a:tblGrid>
              <a:tr h="43382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i="1" dirty="0" err="1">
                          <a:effectLst/>
                          <a:latin typeface="Lexend" panose="020B0604020202020204" charset="0"/>
                        </a:rPr>
                        <a:t>S.No</a:t>
                      </a:r>
                      <a:r>
                        <a:rPr lang="en-US" sz="1000" b="1" i="1" dirty="0">
                          <a:effectLst/>
                          <a:latin typeface="Lexend" panose="020B0604020202020204" charset="0"/>
                        </a:rPr>
                        <a:t>.</a:t>
                      </a:r>
                      <a:endParaRPr lang="en-IN" sz="1000" b="1" i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i="1" dirty="0">
                          <a:effectLst/>
                          <a:latin typeface="Lexend" panose="020B0604020202020204" charset="0"/>
                        </a:rPr>
                        <a:t>Instances</a:t>
                      </a:r>
                      <a:endParaRPr lang="en-IN" sz="1000" b="1" i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i="1" dirty="0">
                          <a:effectLst/>
                          <a:latin typeface="Lexend" panose="020B0604020202020204" charset="0"/>
                        </a:rPr>
                        <a:t>Features</a:t>
                      </a:r>
                      <a:endParaRPr lang="en-IN" sz="1000" b="1" i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56734"/>
                  </a:ext>
                </a:extLst>
              </a:tr>
              <a:tr h="27121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</a:rPr>
                        <a:t>1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</a:rPr>
                        <a:t>PC1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PC2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5230873"/>
                  </a:ext>
                </a:extLst>
              </a:tr>
              <a:tr h="29669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</a:rPr>
                        <a:t>2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PC1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PC3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9541695"/>
                  </a:ext>
                </a:extLst>
              </a:tr>
              <a:tr h="28646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</a:rPr>
                        <a:t>3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</a:rPr>
                        <a:t>PC1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PC4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1223258"/>
                  </a:ext>
                </a:extLst>
              </a:tr>
              <a:tr h="24553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</a:rPr>
                        <a:t>4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PC2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PC1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8814714"/>
                  </a:ext>
                </a:extLst>
              </a:tr>
              <a:tr h="266001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</a:rPr>
                        <a:t>5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PC2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PC3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8207100"/>
                  </a:ext>
                </a:extLst>
              </a:tr>
              <a:tr h="26600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</a:rPr>
                        <a:t>6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PC2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PC4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9689"/>
                  </a:ext>
                </a:extLst>
              </a:tr>
              <a:tr h="28646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</a:rPr>
                        <a:t>7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PC3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PC1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1877199"/>
                  </a:ext>
                </a:extLst>
              </a:tr>
              <a:tr h="2626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</a:rPr>
                        <a:t>8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PC3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PC2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426124"/>
                  </a:ext>
                </a:extLst>
              </a:tr>
              <a:tr h="2626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9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PC3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PC4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7778849"/>
                  </a:ext>
                </a:extLst>
              </a:tr>
              <a:tr h="2626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10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PC4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PC1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3456833"/>
                  </a:ext>
                </a:extLst>
              </a:tr>
              <a:tr h="2626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11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PC4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PC2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7537106"/>
                  </a:ext>
                </a:extLst>
              </a:tr>
              <a:tr h="2626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12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PC4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PC3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1750437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82970959-1136-A8F1-5067-56AF8F171EA1}"/>
              </a:ext>
            </a:extLst>
          </p:cNvPr>
          <p:cNvSpPr txBox="1"/>
          <p:nvPr/>
        </p:nvSpPr>
        <p:spPr>
          <a:xfrm>
            <a:off x="347021" y="1865804"/>
            <a:ext cx="4027891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b="1" dirty="0">
                <a:latin typeface="Lexend" panose="020B0604020202020204" charset="0"/>
              </a:rPr>
              <a:t>4 datasets</a:t>
            </a:r>
            <a:r>
              <a:rPr lang="en-US" sz="1100" dirty="0">
                <a:latin typeface="Lexend" panose="020B0604020202020204" charset="0"/>
              </a:rPr>
              <a:t> are used: PC1, PC2, PC3, PC4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b="1" dirty="0">
                <a:latin typeface="Lexend" panose="020B0604020202020204" charset="0"/>
              </a:rPr>
              <a:t>Train ≠ Test</a:t>
            </a:r>
            <a:r>
              <a:rPr lang="en-US" sz="1100" dirty="0">
                <a:latin typeface="Lexend" panose="020B0604020202020204" charset="0"/>
              </a:rPr>
              <a:t> is strictly enforced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Lexend" panose="020B0604020202020204" charset="0"/>
              </a:rPr>
              <a:t>Direction matters (A → B ≠ B → A)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Lexend" panose="020B0604020202020204" charset="0"/>
              </a:rPr>
              <a:t>Total </a:t>
            </a:r>
            <a:r>
              <a:rPr lang="en-US" sz="1100" b="1" dirty="0">
                <a:latin typeface="Lexend" panose="020B0604020202020204" charset="0"/>
              </a:rPr>
              <a:t>12 cross-project combinations</a:t>
            </a:r>
            <a:r>
              <a:rPr lang="en-US" sz="1100" dirty="0">
                <a:latin typeface="Lexend" panose="020B0604020202020204" charset="0"/>
              </a:rPr>
              <a:t> are evaluated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Lexend" panose="020B0604020202020204" charset="0"/>
              </a:rPr>
              <a:t>Each combination is tested across </a:t>
            </a:r>
            <a:r>
              <a:rPr lang="en-US" sz="1100" b="1" dirty="0">
                <a:latin typeface="Lexend" panose="020B0604020202020204" charset="0"/>
              </a:rPr>
              <a:t>multiple ML models</a:t>
            </a:r>
            <a:r>
              <a:rPr lang="en-US" sz="1100" dirty="0">
                <a:latin typeface="Lexend" panose="020B0604020202020204" charset="0"/>
              </a:rPr>
              <a:t> and </a:t>
            </a:r>
            <a:r>
              <a:rPr lang="en-US" sz="1100" b="1" dirty="0">
                <a:latin typeface="Lexend" panose="020B0604020202020204" charset="0"/>
              </a:rPr>
              <a:t>reliability metrics</a:t>
            </a:r>
            <a:endParaRPr lang="en-US" sz="1100" dirty="0">
              <a:latin typeface="Lexend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45352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48"/>
          <p:cNvSpPr txBox="1">
            <a:spLocks noGrp="1"/>
          </p:cNvSpPr>
          <p:nvPr>
            <p:ph type="title"/>
          </p:nvPr>
        </p:nvSpPr>
        <p:spPr>
          <a:xfrm>
            <a:off x="421200" y="197825"/>
            <a:ext cx="8204100" cy="50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Proposed Solution Overview</a:t>
            </a:r>
            <a:endParaRPr/>
          </a:p>
        </p:txBody>
      </p:sp>
      <p:sp>
        <p:nvSpPr>
          <p:cNvPr id="618" name="Google Shape;618;p48"/>
          <p:cNvSpPr txBox="1">
            <a:spLocks noGrp="1"/>
          </p:cNvSpPr>
          <p:nvPr>
            <p:ph type="body" idx="1"/>
          </p:nvPr>
        </p:nvSpPr>
        <p:spPr>
          <a:xfrm>
            <a:off x="421200" y="741850"/>
            <a:ext cx="6423600" cy="39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Pipeline:</a:t>
            </a:r>
            <a:endParaRPr b="1"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Dataset (NASA PROMISE) → Preprocessing (SMOTE, normalization, feature cleanup) → Models (Random Forest) → SHAP Explanations → Reliability Evaluation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Approach Used:</a:t>
            </a:r>
            <a:endParaRPr b="1"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Integrating SHAP: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Generate global &amp; local feature attributions.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"/>
              <a:buChar char="●"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Reliability Extensions:</a:t>
            </a:r>
            <a:endParaRPr b="1"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○"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GLR (Gradient-of-Loss Reliability):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Align SHAP ranks with loss sensitivity.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○"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ε-Perturbation </a:t>
            </a:r>
            <a:r>
              <a:rPr lang="en-GB" b="1" dirty="0" err="1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Hit@k</a:t>
            </a: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: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Validate if SHAP-top features truly affect loss under small nudges.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○"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Calibration (ECE):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Assess probability reliability.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Composite Reliability Score: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Combines GLR, </a:t>
            </a:r>
            <a:r>
              <a:rPr lang="en-GB" dirty="0" err="1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Hit@k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, and Calibration for robust trust evaluation.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Expected Benefits:</a:t>
            </a:r>
            <a:endParaRPr b="1"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More trustworthy explanations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beyond accuracy.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Validation of causal impact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of SHAP features.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Improved confidence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for developers &amp; stakeholders in defect predictions.</a:t>
            </a:r>
            <a:endParaRPr dirty="0"/>
          </a:p>
        </p:txBody>
      </p:sp>
      <p:pic>
        <p:nvPicPr>
          <p:cNvPr id="619" name="Google Shape;619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57650" y="503463"/>
            <a:ext cx="1843931" cy="41365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49"/>
          <p:cNvSpPr txBox="1">
            <a:spLocks noGrp="1"/>
          </p:cNvSpPr>
          <p:nvPr>
            <p:ph type="title"/>
          </p:nvPr>
        </p:nvSpPr>
        <p:spPr>
          <a:xfrm>
            <a:off x="421200" y="197825"/>
            <a:ext cx="8204100" cy="50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Proposed Solution Overview</a:t>
            </a:r>
            <a:endParaRPr/>
          </a:p>
        </p:txBody>
      </p:sp>
      <p:sp>
        <p:nvSpPr>
          <p:cNvPr id="625" name="Google Shape;625;p49"/>
          <p:cNvSpPr txBox="1">
            <a:spLocks noGrp="1"/>
          </p:cNvSpPr>
          <p:nvPr>
            <p:ph type="body" idx="1"/>
          </p:nvPr>
        </p:nvSpPr>
        <p:spPr>
          <a:xfrm>
            <a:off x="421200" y="741850"/>
            <a:ext cx="5761200" cy="39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SHAP (SHapley Additive Explanations):</a:t>
            </a:r>
            <a:endParaRPr b="1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SHAP is a method from cooperative game theory that explains how much each feature contributes to a model’s prediction.</a:t>
            </a:r>
            <a:endParaRPr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it works:</a:t>
            </a:r>
            <a:b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For each prediction, SHAP calculates whether a feature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increases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(positive SHAP value) or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decreases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(negative SHAP value) the chance of a defect.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Example: 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i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High LOC = +0.35 (increases defect risk), </a:t>
            </a:r>
            <a:endParaRPr i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i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High Comment Density = –0.12 (reduces defect risk)</a:t>
            </a:r>
            <a:endParaRPr i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Connection to Reliability:</a:t>
            </a: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While SHAP gives explanations, they must also be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reliable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— consistent across folds, stable across datasets, and reflective of true model behavior. That’s why your project extends SHAP with reliability checks (GLR, Hit@k, Calibration).</a:t>
            </a:r>
            <a:endParaRPr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626" name="Google Shape;626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35950" y="351325"/>
            <a:ext cx="2540573" cy="4136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50"/>
          <p:cNvSpPr txBox="1">
            <a:spLocks noGrp="1"/>
          </p:cNvSpPr>
          <p:nvPr>
            <p:ph type="title"/>
          </p:nvPr>
        </p:nvSpPr>
        <p:spPr>
          <a:xfrm>
            <a:off x="421200" y="197825"/>
            <a:ext cx="8204100" cy="50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Proposed Solution Overview</a:t>
            </a:r>
            <a:endParaRPr/>
          </a:p>
        </p:txBody>
      </p:sp>
      <p:sp>
        <p:nvSpPr>
          <p:cNvPr id="632" name="Google Shape;632;p50"/>
          <p:cNvSpPr txBox="1">
            <a:spLocks noGrp="1"/>
          </p:cNvSpPr>
          <p:nvPr>
            <p:ph type="body" idx="1"/>
          </p:nvPr>
        </p:nvSpPr>
        <p:spPr>
          <a:xfrm>
            <a:off x="421200" y="741850"/>
            <a:ext cx="7998600" cy="25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Gradient-of-Loss Reliability (GLR):</a:t>
            </a:r>
            <a:endParaRPr b="1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GLR checks if SHAP’s ranking of important features actually agrees with how the model’s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loss reacts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when those features are nudged.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it works:</a:t>
            </a: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 each feature, slightly increase and decrease its value by a tiny step ε\varepsilonε.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Measure how much the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loss (binary cross-entropy)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changes → this gives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true sensitivity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of that feature.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Normalize sensitivities across all features.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Compare the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SHAP ranking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vs. the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sensitivity ranking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using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Spearman correlation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3" name="Google Shape;633;p50"/>
          <p:cNvSpPr txBox="1"/>
          <p:nvPr/>
        </p:nvSpPr>
        <p:spPr>
          <a:xfrm>
            <a:off x="4744525" y="3319575"/>
            <a:ext cx="4151400" cy="10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1"/>
                </a:solidFill>
              </a:rPr>
              <a:t>The Metric:</a:t>
            </a:r>
            <a:endParaRPr sz="1100" b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ρ≈1: SHAP agrees with loss sensitivity → reliable.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ρ≈0: No agreement → unreliable.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ρ&lt;0: Opposite ordering → misleading.</a:t>
            </a:r>
            <a:endParaRPr/>
          </a:p>
        </p:txBody>
      </p:sp>
      <p:pic>
        <p:nvPicPr>
          <p:cNvPr id="634" name="Google Shape;634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9450" y="3556625"/>
            <a:ext cx="2735350" cy="81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51"/>
          <p:cNvSpPr txBox="1">
            <a:spLocks noGrp="1"/>
          </p:cNvSpPr>
          <p:nvPr>
            <p:ph type="title"/>
          </p:nvPr>
        </p:nvSpPr>
        <p:spPr>
          <a:xfrm>
            <a:off x="421200" y="197825"/>
            <a:ext cx="8204100" cy="50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Proposed Solution Overview</a:t>
            </a:r>
            <a:endParaRPr/>
          </a:p>
        </p:txBody>
      </p:sp>
      <p:sp>
        <p:nvSpPr>
          <p:cNvPr id="640" name="Google Shape;640;p51"/>
          <p:cNvSpPr txBox="1">
            <a:spLocks noGrp="1"/>
          </p:cNvSpPr>
          <p:nvPr>
            <p:ph type="body" idx="1"/>
          </p:nvPr>
        </p:nvSpPr>
        <p:spPr>
          <a:xfrm>
            <a:off x="421200" y="741850"/>
            <a:ext cx="7998600" cy="25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ε-Perturbation Hit@k:</a:t>
            </a:r>
            <a:endParaRPr b="1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ε-Hit@k checks whether the features that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SHAP says are most important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for a prediction are also the ones that actually make the model’s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loss increase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when we nudge them slightly.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it works:</a:t>
            </a: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Take the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top-k SHAP features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(Tₖ).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 each feature, add a tiny perturbation ε (e.g., 0.001) and compute the change in loss (Δℓ).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Rank features by Δℓ and take the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top-k sensitivity features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(Dₖ).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Tₖ ∩ Dₖ ≠ ∅ → it’s a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hit (1)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else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miss (0)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Average hits across samples → ε-Hit@k score.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51"/>
          <p:cNvSpPr txBox="1"/>
          <p:nvPr/>
        </p:nvSpPr>
        <p:spPr>
          <a:xfrm>
            <a:off x="1761225" y="3319575"/>
            <a:ext cx="6532800" cy="89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1"/>
                </a:solidFill>
              </a:rPr>
              <a:t>Interpretation:</a:t>
            </a:r>
            <a:endParaRPr sz="1100" b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>
                <a:solidFill>
                  <a:schemeClr val="dk1"/>
                </a:solidFill>
              </a:rPr>
              <a:t>High ε-Hit@k:</a:t>
            </a:r>
            <a:r>
              <a:rPr lang="en-GB" sz="1100">
                <a:solidFill>
                  <a:schemeClr val="dk1"/>
                </a:solidFill>
              </a:rPr>
              <a:t> SHAP’s top features are truly impactful → reliable.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>
                <a:solidFill>
                  <a:schemeClr val="dk1"/>
                </a:solidFill>
              </a:rPr>
              <a:t>Low ε-Hit@k:</a:t>
            </a:r>
            <a:r>
              <a:rPr lang="en-GB" sz="1100">
                <a:solidFill>
                  <a:schemeClr val="dk1"/>
                </a:solidFill>
              </a:rPr>
              <a:t> SHAP highlights features that don’t change the model’s behavior → unreliable.</a:t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52"/>
          <p:cNvSpPr txBox="1">
            <a:spLocks noGrp="1"/>
          </p:cNvSpPr>
          <p:nvPr>
            <p:ph type="title"/>
          </p:nvPr>
        </p:nvSpPr>
        <p:spPr>
          <a:xfrm>
            <a:off x="421200" y="197825"/>
            <a:ext cx="8204100" cy="50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Proposed Solution Overview</a:t>
            </a:r>
            <a:endParaRPr/>
          </a:p>
        </p:txBody>
      </p:sp>
      <p:sp>
        <p:nvSpPr>
          <p:cNvPr id="647" name="Google Shape;647;p52"/>
          <p:cNvSpPr txBox="1">
            <a:spLocks noGrp="1"/>
          </p:cNvSpPr>
          <p:nvPr>
            <p:ph type="body" idx="1"/>
          </p:nvPr>
        </p:nvSpPr>
        <p:spPr>
          <a:xfrm>
            <a:off x="421200" y="741850"/>
            <a:ext cx="7998600" cy="26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Calibration: Expected Calibration Error (ECE)</a:t>
            </a:r>
            <a:endParaRPr b="1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ECE checks how well a model’s predicted probabilities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match reality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-GB" i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well-calibrated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model saying “70% chance of defect” will actually be correct ~70% of the time.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 </a:t>
            </a:r>
            <a:r>
              <a:rPr lang="en-GB" i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over-confident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model might say 70% but be right only 50%.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it works:</a:t>
            </a: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Split predictions into probability bins (e.g., 0–0.2, 0.2–0.4, …).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 each bin, compare: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○"/>
            </a:pP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Confidence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= average predicted probability.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○"/>
            </a:pP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Accuracy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= actual fraction of positives.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Compute the average gap between confidence and accuracy → this is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ECE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8" name="Google Shape;648;p52"/>
          <p:cNvSpPr txBox="1"/>
          <p:nvPr/>
        </p:nvSpPr>
        <p:spPr>
          <a:xfrm>
            <a:off x="2012825" y="3463275"/>
            <a:ext cx="6200400" cy="89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1"/>
                </a:solidFill>
              </a:rPr>
              <a:t>Interpretation:</a:t>
            </a:r>
            <a:endParaRPr sz="1100" b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>
                <a:solidFill>
                  <a:schemeClr val="dk1"/>
                </a:solidFill>
              </a:rPr>
              <a:t>ECE ≈ 0:</a:t>
            </a:r>
            <a:r>
              <a:rPr lang="en-GB" sz="1100">
                <a:solidFill>
                  <a:schemeClr val="dk1"/>
                </a:solidFill>
              </a:rPr>
              <a:t> Model is perfectly calibrated → predictions can be trusted.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>
                <a:solidFill>
                  <a:schemeClr val="dk1"/>
                </a:solidFill>
              </a:rPr>
              <a:t>Higher ECE:</a:t>
            </a:r>
            <a:r>
              <a:rPr lang="en-GB" sz="1100">
                <a:solidFill>
                  <a:schemeClr val="dk1"/>
                </a:solidFill>
              </a:rPr>
              <a:t> Model is miscalibrated → predictions are over- or under-confident.</a:t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55"/>
          <p:cNvSpPr txBox="1">
            <a:spLocks noGrp="1"/>
          </p:cNvSpPr>
          <p:nvPr>
            <p:ph type="title"/>
          </p:nvPr>
        </p:nvSpPr>
        <p:spPr>
          <a:xfrm>
            <a:off x="413179" y="273032"/>
            <a:ext cx="4669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 dirty="0"/>
              <a:t>Results Overview</a:t>
            </a:r>
            <a:endParaRPr dirty="0"/>
          </a:p>
        </p:txBody>
      </p:sp>
      <p:sp>
        <p:nvSpPr>
          <p:cNvPr id="2" name="Google Shape;611;p47">
            <a:extLst>
              <a:ext uri="{FF2B5EF4-FFF2-40B4-BE49-F238E27FC236}">
                <a16:creationId xmlns:a16="http://schemas.microsoft.com/office/drawing/2014/main" id="{FC254375-AB5B-5E9A-E0DB-1D6FE8A7A60E}"/>
              </a:ext>
            </a:extLst>
          </p:cNvPr>
          <p:cNvSpPr txBox="1">
            <a:spLocks/>
          </p:cNvSpPr>
          <p:nvPr/>
        </p:nvSpPr>
        <p:spPr>
          <a:xfrm>
            <a:off x="2443924" y="4437638"/>
            <a:ext cx="41793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1000" b="1" dirty="0"/>
              <a:t>Figure:</a:t>
            </a:r>
            <a:r>
              <a:rPr lang="en-US" sz="1000" dirty="0"/>
              <a:t> Top 10 most influential software metrics identified by SHAP for the PC4 as Training dataset and PC1 as Testing dataset using the AdaBoost model.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DD7B62-C778-D2CE-6EB9-C426063409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357" y="859882"/>
            <a:ext cx="7138737" cy="348781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56"/>
          <p:cNvSpPr txBox="1">
            <a:spLocks noGrp="1"/>
          </p:cNvSpPr>
          <p:nvPr>
            <p:ph type="title"/>
          </p:nvPr>
        </p:nvSpPr>
        <p:spPr>
          <a:xfrm>
            <a:off x="421200" y="263925"/>
            <a:ext cx="4669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 dirty="0"/>
              <a:t>Results Overview</a:t>
            </a:r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B7757-0410-947D-5CEE-F62B18F18AE0}"/>
              </a:ext>
            </a:extLst>
          </p:cNvPr>
          <p:cNvSpPr txBox="1"/>
          <p:nvPr/>
        </p:nvSpPr>
        <p:spPr>
          <a:xfrm>
            <a:off x="421200" y="724021"/>
            <a:ext cx="4572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1200"/>
              </a:spcBef>
              <a:buNone/>
            </a:pPr>
            <a:r>
              <a:rPr lang="en-US" sz="1100" b="1" i="0" u="none" strike="noStrike" dirty="0">
                <a:solidFill>
                  <a:srgbClr val="000000"/>
                </a:solidFill>
                <a:effectLst/>
                <a:latin typeface="Lexend" panose="020B0604020202020204" charset="0"/>
              </a:rPr>
              <a:t>Current Approach (Generalized Framework)</a:t>
            </a:r>
            <a:endParaRPr lang="en-US" sz="1100" dirty="0">
              <a:latin typeface="Lexend" panose="020B0604020202020204" charset="0"/>
            </a:endParaRPr>
          </a:p>
          <a:p>
            <a:pPr rtl="0">
              <a:spcBef>
                <a:spcPts val="1200"/>
              </a:spcBef>
              <a:buNone/>
            </a:pPr>
            <a:r>
              <a:rPr lang="en-US" sz="1100" b="1" i="0" u="none" strike="noStrike" dirty="0">
                <a:solidFill>
                  <a:srgbClr val="000000"/>
                </a:solidFill>
                <a:effectLst/>
                <a:latin typeface="Lexend" panose="020B0604020202020204" charset="0"/>
              </a:rPr>
              <a:t>Reliability Metrics:</a:t>
            </a:r>
            <a:r>
              <a:rPr lang="en-US" sz="1100" b="1" dirty="0">
                <a:latin typeface="Lexend" panose="020B0604020202020204" charset="0"/>
              </a:rPr>
              <a:t>  </a:t>
            </a: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Lexend" panose="020B0604020202020204" charset="0"/>
              </a:rPr>
              <a:t>Generalizability, Concordance, Stability</a:t>
            </a:r>
            <a:endParaRPr lang="en-US" sz="1100" dirty="0">
              <a:latin typeface="Lexend" panose="020B0604020202020204" charset="0"/>
            </a:endParaRPr>
          </a:p>
        </p:txBody>
      </p:sp>
      <p:sp>
        <p:nvSpPr>
          <p:cNvPr id="2" name="Google Shape;611;p47">
            <a:extLst>
              <a:ext uri="{FF2B5EF4-FFF2-40B4-BE49-F238E27FC236}">
                <a16:creationId xmlns:a16="http://schemas.microsoft.com/office/drawing/2014/main" id="{43FD1EC9-F0D9-0E53-6840-6FAD9E7848BE}"/>
              </a:ext>
            </a:extLst>
          </p:cNvPr>
          <p:cNvSpPr txBox="1">
            <a:spLocks/>
          </p:cNvSpPr>
          <p:nvPr/>
        </p:nvSpPr>
        <p:spPr>
          <a:xfrm>
            <a:off x="2482350" y="4156947"/>
            <a:ext cx="41793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2" algn="ctr"/>
            <a:r>
              <a:rPr lang="en-US" sz="1000" b="1" dirty="0"/>
              <a:t>Table 5: </a:t>
            </a:r>
            <a:r>
              <a:rPr lang="en-US" sz="1000" dirty="0"/>
              <a:t>Performance evaluation of existing approach using AdaBoost model on software defect prediction datasets, showing mean values across metrics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E3CF9E-3255-4629-9D94-EAF71F833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16" y="1308796"/>
            <a:ext cx="7836568" cy="294680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2">
          <a:extLst>
            <a:ext uri="{FF2B5EF4-FFF2-40B4-BE49-F238E27FC236}">
              <a16:creationId xmlns:a16="http://schemas.microsoft.com/office/drawing/2014/main" id="{5947D3C6-D94A-CC16-F95E-E4283CDBD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56">
            <a:extLst>
              <a:ext uri="{FF2B5EF4-FFF2-40B4-BE49-F238E27FC236}">
                <a16:creationId xmlns:a16="http://schemas.microsoft.com/office/drawing/2014/main" id="{BCC6E0EF-B994-CAC5-30BB-A66CA63631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21200" y="265011"/>
            <a:ext cx="4669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 dirty="0"/>
              <a:t>Results Overview</a:t>
            </a:r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6B6E23-2317-C735-7960-FA3DB069EC5A}"/>
              </a:ext>
            </a:extLst>
          </p:cNvPr>
          <p:cNvSpPr txBox="1"/>
          <p:nvPr/>
        </p:nvSpPr>
        <p:spPr>
          <a:xfrm>
            <a:off x="421200" y="730631"/>
            <a:ext cx="457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1200"/>
              </a:spcBef>
              <a:buNone/>
            </a:pPr>
            <a:r>
              <a:rPr lang="en-US" sz="1100" b="1" dirty="0">
                <a:latin typeface="Lexend" panose="020B0604020202020204" charset="0"/>
              </a:rPr>
              <a:t>Proposed</a:t>
            </a:r>
            <a:r>
              <a:rPr lang="en-US" sz="1100" b="1" i="0" u="none" strike="noStrike" dirty="0">
                <a:solidFill>
                  <a:srgbClr val="000000"/>
                </a:solidFill>
                <a:effectLst/>
                <a:latin typeface="Lexend" panose="020B0604020202020204" charset="0"/>
              </a:rPr>
              <a:t> Approach (GLR Framework)</a:t>
            </a:r>
            <a:endParaRPr lang="en-US" sz="1100" b="0" dirty="0">
              <a:effectLst/>
              <a:latin typeface="Lexend" panose="020B0604020202020204" charset="0"/>
            </a:endParaRPr>
          </a:p>
          <a:p>
            <a:pPr fontAlgn="base"/>
            <a:endParaRPr lang="en-US" sz="1100" b="1" i="0" u="none" strike="noStrike" dirty="0">
              <a:solidFill>
                <a:srgbClr val="000000"/>
              </a:solidFill>
              <a:effectLst/>
              <a:latin typeface="Lexend" panose="020B0604020202020204" charset="0"/>
            </a:endParaRPr>
          </a:p>
          <a:p>
            <a:pPr fontAlgn="base"/>
            <a:r>
              <a:rPr lang="en-US" sz="1100" b="1" i="0" u="none" strike="noStrike" dirty="0">
                <a:solidFill>
                  <a:srgbClr val="000000"/>
                </a:solidFill>
                <a:effectLst/>
                <a:latin typeface="Lexend" panose="020B0604020202020204" charset="0"/>
              </a:rPr>
              <a:t>Reliability Metrics:</a:t>
            </a:r>
            <a:r>
              <a:rPr lang="en-US" sz="1100" b="1" dirty="0">
                <a:latin typeface="Lexend" panose="020B0604020202020204" charset="0"/>
              </a:rPr>
              <a:t>  </a:t>
            </a: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Lexend" panose="020B0604020202020204" charset="0"/>
              </a:rPr>
              <a:t>GLR Mean</a:t>
            </a:r>
            <a:r>
              <a:rPr lang="en-US" sz="1100" dirty="0">
                <a:latin typeface="Lexend" panose="020B0604020202020204" charset="0"/>
              </a:rPr>
              <a:t>, ECE</a:t>
            </a:r>
          </a:p>
          <a:p>
            <a:pPr rtl="0" fontAlgn="base">
              <a:spcBef>
                <a:spcPts val="1200"/>
              </a:spcBef>
            </a:pPr>
            <a:endParaRPr lang="en-US" sz="1100" dirty="0">
              <a:latin typeface="Lexend" panose="020B0604020202020204" charset="0"/>
            </a:endParaRPr>
          </a:p>
        </p:txBody>
      </p:sp>
      <p:sp>
        <p:nvSpPr>
          <p:cNvPr id="2" name="Google Shape;611;p47">
            <a:extLst>
              <a:ext uri="{FF2B5EF4-FFF2-40B4-BE49-F238E27FC236}">
                <a16:creationId xmlns:a16="http://schemas.microsoft.com/office/drawing/2014/main" id="{B68E8B97-6FF8-8924-C0E3-802987F933A6}"/>
              </a:ext>
            </a:extLst>
          </p:cNvPr>
          <p:cNvSpPr txBox="1">
            <a:spLocks/>
          </p:cNvSpPr>
          <p:nvPr/>
        </p:nvSpPr>
        <p:spPr>
          <a:xfrm>
            <a:off x="2482350" y="4093243"/>
            <a:ext cx="41793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2" algn="ctr"/>
            <a:r>
              <a:rPr lang="en-US" sz="1000" b="1" dirty="0"/>
              <a:t>Table 5: </a:t>
            </a:r>
            <a:r>
              <a:rPr lang="en-US" sz="1000" dirty="0"/>
              <a:t>Performance evaluation of proposed approach using AdaBoost model on software defect prediction datasets, showing mean values across metrics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D7F99A5-F646-C1BC-7414-DF0CC94198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200" y="1548569"/>
            <a:ext cx="8310643" cy="2544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9533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2">
          <a:extLst>
            <a:ext uri="{FF2B5EF4-FFF2-40B4-BE49-F238E27FC236}">
              <a16:creationId xmlns:a16="http://schemas.microsoft.com/office/drawing/2014/main" id="{7672A376-7EFF-580E-AD3E-541A07539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56">
            <a:extLst>
              <a:ext uri="{FF2B5EF4-FFF2-40B4-BE49-F238E27FC236}">
                <a16:creationId xmlns:a16="http://schemas.microsoft.com/office/drawing/2014/main" id="{C94076E8-8132-6B8E-5EDF-280AC04D0C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21200" y="489600"/>
            <a:ext cx="4669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 dirty="0"/>
              <a:t>Results Overview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8B1A01E-E106-2FAA-FD8A-3FCE8461CCAD}"/>
                  </a:ext>
                </a:extLst>
              </p:cNvPr>
              <p:cNvSpPr txBox="1"/>
              <p:nvPr/>
            </p:nvSpPr>
            <p:spPr>
              <a:xfrm>
                <a:off x="421200" y="1003347"/>
                <a:ext cx="7030358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3">
                  <a:spcBef>
                    <a:spcPts val="1200"/>
                  </a:spcBef>
                </a:pPr>
                <a:r>
                  <a:rPr lang="en-US" sz="1100" dirty="0">
                    <a:latin typeface="Lexend" panose="020B0604020202020204" charset="0"/>
                  </a:rPr>
                  <a:t>The </a:t>
                </a:r>
                <a:r>
                  <a:rPr lang="en-US" sz="1100" b="1" dirty="0">
                    <a:latin typeface="Lexend" panose="020B0604020202020204" charset="0"/>
                  </a:rPr>
                  <a:t>Wilcoxon Signed-Rank test</a:t>
                </a:r>
                <a:r>
                  <a:rPr lang="en-US" sz="1100" dirty="0">
                    <a:latin typeface="Lexend" panose="020B0604020202020204" charset="0"/>
                  </a:rPr>
                  <a:t> revealed a significant difference between the baseline and proposed reliability approaches, with most models showing </a:t>
                </a:r>
                <a14:m>
                  <m:oMath xmlns:m="http://schemas.openxmlformats.org/officeDocument/2006/math">
                    <m:r>
                      <a:rPr lang="en-US" sz="11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100">
                        <a:latin typeface="Cambria Math" panose="02040503050406030204" pitchFamily="18" charset="0"/>
                      </a:rPr>
                      <m:t>≤0.05</m:t>
                    </m:r>
                  </m:oMath>
                </a14:m>
                <a:r>
                  <a:rPr lang="en-US" sz="1100" dirty="0">
                    <a:latin typeface="Lexend" panose="020B0604020202020204" charset="0"/>
                  </a:rPr>
                  <a:t>.</a:t>
                </a:r>
              </a:p>
              <a:p>
                <a:pPr lvl="3">
                  <a:spcBef>
                    <a:spcPts val="1200"/>
                  </a:spcBef>
                </a:pPr>
                <a:r>
                  <a:rPr lang="en-US" sz="1100" dirty="0">
                    <a:latin typeface="Lexend" panose="020B0604020202020204" charset="0"/>
                  </a:rPr>
                  <a:t>Overall, the proposed framework demonstrated statistically consistent reliability improvements across models.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8B1A01E-E106-2FAA-FD8A-3FCE8461CC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200" y="1003347"/>
                <a:ext cx="7030358" cy="923330"/>
              </a:xfrm>
              <a:prstGeom prst="rect">
                <a:avLst/>
              </a:prstGeom>
              <a:blipFill>
                <a:blip r:embed="rId3"/>
                <a:stretch>
                  <a:fillRect b="-463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Google Shape;611;p47">
            <a:extLst>
              <a:ext uri="{FF2B5EF4-FFF2-40B4-BE49-F238E27FC236}">
                <a16:creationId xmlns:a16="http://schemas.microsoft.com/office/drawing/2014/main" id="{25FD796F-6EA4-F372-0698-45F2FCAB5488}"/>
              </a:ext>
            </a:extLst>
          </p:cNvPr>
          <p:cNvSpPr txBox="1">
            <a:spLocks/>
          </p:cNvSpPr>
          <p:nvPr/>
        </p:nvSpPr>
        <p:spPr>
          <a:xfrm>
            <a:off x="1656276" y="4372763"/>
            <a:ext cx="41793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2" algn="ctr"/>
            <a:r>
              <a:rPr lang="en-US" sz="1000" b="1" dirty="0"/>
              <a:t>Table 5: </a:t>
            </a:r>
            <a:r>
              <a:rPr lang="en-US" sz="1000" dirty="0"/>
              <a:t>Wilcoxon Signed-Rank (WSR) Test Results Comparing </a:t>
            </a:r>
            <a:r>
              <a:rPr lang="en-US" sz="1000" b="1" dirty="0"/>
              <a:t>Reliability Scores </a:t>
            </a:r>
            <a:r>
              <a:rPr lang="en-US" sz="1000" dirty="0"/>
              <a:t>of Current and Proposed Approaches on Cross Project Datasets using </a:t>
            </a:r>
            <a:r>
              <a:rPr lang="en-US" sz="1000" b="1" dirty="0"/>
              <a:t>AdaBoost</a:t>
            </a:r>
            <a:r>
              <a:rPr lang="en-US" sz="1000" dirty="0"/>
              <a:t> model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EBD8B0-DC89-D828-0276-F047A7FF86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200" y="2041695"/>
            <a:ext cx="6649453" cy="2331068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56D96C16-E685-B7B6-0E7E-859871E2F9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2722" y="966894"/>
            <a:ext cx="1830752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Wmin</a:t>
            </a:r>
            <a:r>
              <a:rPr kumimoji="0" lang="en-US" altLang="en-US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​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: Wilcoxon test statistic used for decision — </a:t>
            </a:r>
            <a:r>
              <a:rPr kumimoji="0" lang="en-US" altLang="en-US" sz="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Wmin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=min⁡(W+,W−).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W+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: Sum of ranks of </a:t>
            </a:r>
            <a:r>
              <a:rPr kumimoji="0" lang="en-US" altLang="en-US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positive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 differences (cases where Proposed &gt; Baseline).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W−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: Sum of ranks of </a:t>
            </a:r>
            <a:r>
              <a:rPr kumimoji="0" lang="en-US" altLang="en-US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negative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 differences (cases where Proposed &lt; Baseline).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Ws</a:t>
            </a:r>
            <a:r>
              <a:rPr kumimoji="0" lang="en-US" altLang="en-US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​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: Signed rank sum / direction indicator, sign shows which method is better overall.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p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: p-value from the Wilcoxon signed-rank test (often reported as one-sided depending on your setup).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p2s​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: Two-sided p-value (tests for any difference, regardless of direction).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Sig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: Significance flag (True if p2s​ ≤ α, else False).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r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: Effect size / direction summary (positive → Proposed better, negative → Baseline better; magnitude indicates strength).</a:t>
            </a:r>
          </a:p>
        </p:txBody>
      </p:sp>
    </p:spTree>
    <p:extLst>
      <p:ext uri="{BB962C8B-B14F-4D97-AF65-F5344CB8AC3E}">
        <p14:creationId xmlns:p14="http://schemas.microsoft.com/office/powerpoint/2010/main" val="21152670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p57"/>
          <p:cNvSpPr txBox="1">
            <a:spLocks noGrp="1"/>
          </p:cNvSpPr>
          <p:nvPr>
            <p:ph type="title"/>
          </p:nvPr>
        </p:nvSpPr>
        <p:spPr>
          <a:xfrm>
            <a:off x="458275" y="867025"/>
            <a:ext cx="69741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Percentage of Work Completed &amp; Summary</a:t>
            </a:r>
            <a:endParaRPr/>
          </a:p>
        </p:txBody>
      </p:sp>
      <p:sp>
        <p:nvSpPr>
          <p:cNvPr id="681" name="Google Shape;681;p57"/>
          <p:cNvSpPr txBox="1">
            <a:spLocks noGrp="1"/>
          </p:cNvSpPr>
          <p:nvPr>
            <p:ph type="body" idx="1"/>
          </p:nvPr>
        </p:nvSpPr>
        <p:spPr>
          <a:xfrm>
            <a:off x="458275" y="1589800"/>
            <a:ext cx="8067900" cy="1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Work Completed:</a:t>
            </a:r>
          </a:p>
          <a:p>
            <a:pPr marL="171450" indent="-171450">
              <a:spcBef>
                <a:spcPts val="1200"/>
              </a:spcBef>
              <a:buClr>
                <a:schemeClr val="dk1"/>
              </a:buClr>
            </a:pPr>
            <a:r>
              <a:rPr lang="en-US" sz="1000" dirty="0">
                <a:latin typeface="Lexend" panose="020B0604020202020204" charset="0"/>
              </a:rPr>
              <a:t>Implemented </a:t>
            </a:r>
            <a:r>
              <a:rPr lang="en-US" sz="1000" b="1" dirty="0">
                <a:latin typeface="Lexend" panose="020B0604020202020204" charset="0"/>
              </a:rPr>
              <a:t>Current Approach</a:t>
            </a:r>
            <a:r>
              <a:rPr lang="en-US" sz="1000" dirty="0">
                <a:latin typeface="Lexend" panose="020B0604020202020204" charset="0"/>
              </a:rPr>
              <a:t> (Generalizability, Concordance, Stability) and </a:t>
            </a:r>
            <a:r>
              <a:rPr lang="en-US" sz="1000" b="1" dirty="0">
                <a:latin typeface="Lexend" panose="020B0604020202020204" charset="0"/>
              </a:rPr>
              <a:t>Proposed Approach</a:t>
            </a:r>
            <a:r>
              <a:rPr lang="en-US" sz="1000" dirty="0">
                <a:latin typeface="Lexend" panose="020B0604020202020204" charset="0"/>
              </a:rPr>
              <a:t> (GLR, ε-Perturbation </a:t>
            </a:r>
            <a:r>
              <a:rPr lang="en-US" sz="1000" dirty="0" err="1">
                <a:latin typeface="Lexend" panose="020B0604020202020204" charset="0"/>
              </a:rPr>
              <a:t>Hit@k</a:t>
            </a:r>
            <a:r>
              <a:rPr lang="en-US" sz="1000" dirty="0">
                <a:latin typeface="Lexend" panose="020B0604020202020204" charset="0"/>
              </a:rPr>
              <a:t>, Calibration) using 8 different models on </a:t>
            </a:r>
            <a:r>
              <a:rPr lang="en-US" sz="1000" b="1" dirty="0">
                <a:latin typeface="Lexend" panose="020B0604020202020204" charset="0"/>
              </a:rPr>
              <a:t>Cross Project Datasets</a:t>
            </a:r>
            <a:r>
              <a:rPr lang="en-US" sz="1000" dirty="0">
                <a:latin typeface="Lexend" panose="020B0604020202020204" charset="0"/>
              </a:rPr>
              <a:t>.</a:t>
            </a:r>
          </a:p>
          <a:p>
            <a:pPr marL="171450" indent="-171450">
              <a:spcBef>
                <a:spcPts val="1200"/>
              </a:spcBef>
              <a:buClr>
                <a:schemeClr val="dk1"/>
              </a:buClr>
            </a:pPr>
            <a:r>
              <a:rPr lang="en-US" sz="1000" dirty="0">
                <a:latin typeface="Lexend" panose="020B0604020202020204" charset="0"/>
              </a:rPr>
              <a:t>Evaluated and compared both methods (</a:t>
            </a:r>
            <a:r>
              <a:rPr lang="en-US" sz="1000" b="1" dirty="0">
                <a:latin typeface="Lexend" panose="020B0604020202020204" charset="0"/>
              </a:rPr>
              <a:t>Reliability Index vs Reliability Score</a:t>
            </a:r>
            <a:r>
              <a:rPr lang="en-US" sz="1000" dirty="0">
                <a:latin typeface="Lexend" panose="020B0604020202020204" charset="0"/>
              </a:rPr>
              <a:t>) and documented results with visualizations (SHAP, reliability metrics).</a:t>
            </a:r>
          </a:p>
          <a:p>
            <a:pPr marL="171450" indent="-171450">
              <a:spcBef>
                <a:spcPts val="1200"/>
              </a:spcBef>
              <a:buClr>
                <a:schemeClr val="dk1"/>
              </a:buClr>
            </a:pPr>
            <a:r>
              <a:rPr lang="en-US" sz="1000" b="1" dirty="0">
                <a:latin typeface="Lexend" panose="020B0604020202020204" charset="0"/>
              </a:rPr>
              <a:t>Wilcoxon Signed-Rank Test</a:t>
            </a:r>
            <a:r>
              <a:rPr lang="en-US" sz="1000" dirty="0">
                <a:latin typeface="Lexend" panose="020B0604020202020204" charset="0"/>
              </a:rPr>
              <a:t> confirmed a </a:t>
            </a:r>
            <a:r>
              <a:rPr lang="en-US" sz="1000" b="1" dirty="0">
                <a:latin typeface="Lexend" panose="020B0604020202020204" charset="0"/>
              </a:rPr>
              <a:t>significant difference (p ≤ 0.05)</a:t>
            </a:r>
            <a:r>
              <a:rPr lang="en-US" sz="1000" dirty="0">
                <a:latin typeface="Lexend" panose="020B0604020202020204" charset="0"/>
              </a:rPr>
              <a:t> between baseline and proposed approaches on </a:t>
            </a:r>
            <a:r>
              <a:rPr lang="en-US" sz="1000" b="1" dirty="0">
                <a:latin typeface="Lexend" panose="020B0604020202020204" charset="0"/>
              </a:rPr>
              <a:t>Cross Project Datasets</a:t>
            </a:r>
            <a:r>
              <a:rPr lang="en-US" sz="1000" dirty="0">
                <a:latin typeface="Lexend" panose="020B0604020202020204" charset="0"/>
              </a:rPr>
              <a:t>.</a:t>
            </a:r>
          </a:p>
          <a:p>
            <a:pPr marL="0" lvl="0" indent="0">
              <a:spcBef>
                <a:spcPts val="1200"/>
              </a:spcBef>
              <a:buClr>
                <a:schemeClr val="dk1"/>
              </a:buClr>
              <a:buNone/>
            </a:pPr>
            <a:endParaRPr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57"/>
          <p:cNvSpPr txBox="1"/>
          <p:nvPr/>
        </p:nvSpPr>
        <p:spPr>
          <a:xfrm>
            <a:off x="5044500" y="1136300"/>
            <a:ext cx="34818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914400" lvl="1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endParaRPr sz="1100">
              <a:solidFill>
                <a:schemeClr val="dk2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58"/>
          <p:cNvSpPr txBox="1">
            <a:spLocks noGrp="1"/>
          </p:cNvSpPr>
          <p:nvPr>
            <p:ph type="title"/>
          </p:nvPr>
        </p:nvSpPr>
        <p:spPr>
          <a:xfrm>
            <a:off x="421200" y="489600"/>
            <a:ext cx="4669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 dirty="0"/>
              <a:t>Next Steps</a:t>
            </a:r>
            <a:endParaRPr dirty="0"/>
          </a:p>
        </p:txBody>
      </p:sp>
      <p:sp>
        <p:nvSpPr>
          <p:cNvPr id="689" name="Google Shape;689;p58"/>
          <p:cNvSpPr txBox="1">
            <a:spLocks noGrp="1"/>
          </p:cNvSpPr>
          <p:nvPr>
            <p:ph type="body" idx="1"/>
          </p:nvPr>
        </p:nvSpPr>
        <p:spPr>
          <a:xfrm>
            <a:off x="611050" y="1136300"/>
            <a:ext cx="7647000" cy="36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Planned Work:</a:t>
            </a: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lang="en-US" b="1" dirty="0"/>
              <a:t>Optimize model calibration and feature-level stability techniques</a:t>
            </a:r>
            <a:r>
              <a:rPr lang="en-US" dirty="0"/>
              <a:t> to further enhance the </a:t>
            </a:r>
            <a:r>
              <a:rPr lang="en-US" b="1" dirty="0"/>
              <a:t>overall Reliability Score</a:t>
            </a:r>
            <a:r>
              <a:rPr lang="en-US" dirty="0"/>
              <a:t> across cross-project datasets.</a:t>
            </a:r>
          </a:p>
          <a:p>
            <a:endParaRPr lang="en-US" b="1" dirty="0"/>
          </a:p>
          <a:p>
            <a:r>
              <a:rPr lang="en-US" b="1" dirty="0"/>
              <a:t>Incorporate robustness-driven training and validation strategies</a:t>
            </a:r>
            <a:r>
              <a:rPr lang="en-US" dirty="0"/>
              <a:t> (e.g., cross-project tuning and statistical validation) to improve </a:t>
            </a:r>
            <a:r>
              <a:rPr lang="en-US" b="1" dirty="0"/>
              <a:t>consistency and reliability</a:t>
            </a:r>
            <a:r>
              <a:rPr lang="en-US" dirty="0"/>
              <a:t> of the proposed solution.</a:t>
            </a:r>
          </a:p>
          <a:p>
            <a:pPr marL="171450" indent="-171450">
              <a:spcBef>
                <a:spcPts val="1200"/>
              </a:spcBef>
            </a:pPr>
            <a:endParaRPr lang="en-US" dirty="0"/>
          </a:p>
          <a:p>
            <a:pPr marL="0" lvl="0" indent="0">
              <a:spcBef>
                <a:spcPts val="1200"/>
              </a:spcBef>
              <a:buNone/>
            </a:pPr>
            <a:endParaRPr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58"/>
          <p:cNvSpPr txBox="1"/>
          <p:nvPr/>
        </p:nvSpPr>
        <p:spPr>
          <a:xfrm>
            <a:off x="5044500" y="1136300"/>
            <a:ext cx="34818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914400" lvl="1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endParaRPr sz="1100">
              <a:solidFill>
                <a:schemeClr val="dk2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p59"/>
          <p:cNvSpPr txBox="1">
            <a:spLocks noGrp="1"/>
          </p:cNvSpPr>
          <p:nvPr>
            <p:ph type="title"/>
          </p:nvPr>
        </p:nvSpPr>
        <p:spPr>
          <a:xfrm>
            <a:off x="631125" y="315400"/>
            <a:ext cx="70881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n-GB" dirty="0"/>
              <a:t>References:</a:t>
            </a:r>
            <a:endParaRPr dirty="0"/>
          </a:p>
        </p:txBody>
      </p:sp>
      <p:sp>
        <p:nvSpPr>
          <p:cNvPr id="696" name="Google Shape;696;p59"/>
          <p:cNvSpPr txBox="1"/>
          <p:nvPr/>
        </p:nvSpPr>
        <p:spPr>
          <a:xfrm>
            <a:off x="460949" y="862600"/>
            <a:ext cx="7792713" cy="3996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298450">
              <a:lnSpc>
                <a:spcPct val="115000"/>
              </a:lnSpc>
              <a:spcBef>
                <a:spcPts val="1200"/>
              </a:spcBef>
              <a:buClr>
                <a:schemeClr val="dk1"/>
              </a:buClr>
              <a:buSzPts val="1100"/>
              <a:buChar char="●"/>
            </a:pPr>
            <a:r>
              <a:rPr lang="en-IN" sz="1100" b="1" dirty="0"/>
              <a:t>Haldar, S., &amp; </a:t>
            </a:r>
            <a:r>
              <a:rPr lang="en-IN" sz="1100" b="1" dirty="0" err="1"/>
              <a:t>Capretz</a:t>
            </a:r>
            <a:r>
              <a:rPr lang="en-IN" sz="1100" b="1" dirty="0"/>
              <a:t>, L. F.</a:t>
            </a:r>
            <a:br>
              <a:rPr lang="en-IN" sz="1100" dirty="0"/>
            </a:br>
            <a:r>
              <a:rPr lang="en-IN" sz="1100" b="1" dirty="0"/>
              <a:t>"Explainable Software Defect Prediction from Cross Company Project Metrics Using Machine Learning."</a:t>
            </a:r>
            <a:br>
              <a:rPr lang="en-IN" sz="1100" dirty="0"/>
            </a:br>
            <a:r>
              <a:rPr lang="en-IN" sz="1100" i="1" dirty="0"/>
              <a:t>Proceedings of the 7th International Conference on Intelligent Computing and Control Systems (ICICCS)</a:t>
            </a:r>
            <a:r>
              <a:rPr lang="en-IN" sz="1100" dirty="0"/>
              <a:t>, Madurai, India, pp. 150–157, May 2023.</a:t>
            </a:r>
            <a:endParaRPr lang="en-IN" sz="1100" dirty="0">
              <a:solidFill>
                <a:schemeClr val="dk1"/>
              </a:solidFill>
            </a:endParaRPr>
          </a:p>
          <a:p>
            <a:pPr marL="457200" lvl="0" indent="-298450">
              <a:lnSpc>
                <a:spcPct val="115000"/>
              </a:lnSpc>
              <a:spcBef>
                <a:spcPts val="1200"/>
              </a:spcBef>
              <a:buClr>
                <a:schemeClr val="dk1"/>
              </a:buClr>
              <a:buSzPts val="1100"/>
              <a:buChar char="●"/>
            </a:pPr>
            <a:r>
              <a:rPr lang="en-IN" sz="1100" dirty="0" err="1">
                <a:solidFill>
                  <a:schemeClr val="dk1"/>
                </a:solidFill>
              </a:rPr>
              <a:t>Ketata</a:t>
            </a:r>
            <a:r>
              <a:rPr lang="en-IN" sz="1100" dirty="0">
                <a:solidFill>
                  <a:schemeClr val="dk1"/>
                </a:solidFill>
              </a:rPr>
              <a:t>, F., Al Masry, Z., Yacoub, S., &amp; Zerhouni, N.</a:t>
            </a:r>
            <a:br>
              <a:rPr lang="en-IN" sz="1100" dirty="0">
                <a:solidFill>
                  <a:schemeClr val="dk1"/>
                </a:solidFill>
              </a:rPr>
            </a:br>
            <a:r>
              <a:rPr lang="en-IN" sz="1100" dirty="0">
                <a:solidFill>
                  <a:schemeClr val="dk1"/>
                </a:solidFill>
              </a:rPr>
              <a:t> </a:t>
            </a:r>
            <a:r>
              <a:rPr lang="en-IN" sz="1100" b="1" dirty="0">
                <a:solidFill>
                  <a:schemeClr val="dk1"/>
                </a:solidFill>
              </a:rPr>
              <a:t>"A Methodology for Reliability Analysis of Explainable Machine Learning: Application to Endocrinology Diseases."</a:t>
            </a:r>
            <a:br>
              <a:rPr lang="en-IN" sz="1100" b="1" dirty="0">
                <a:solidFill>
                  <a:schemeClr val="dk1"/>
                </a:solidFill>
              </a:rPr>
            </a:br>
            <a:r>
              <a:rPr lang="en-IN" sz="1100" dirty="0">
                <a:solidFill>
                  <a:schemeClr val="dk1"/>
                </a:solidFill>
              </a:rPr>
              <a:t> </a:t>
            </a:r>
            <a:r>
              <a:rPr lang="en-IN" sz="1100" i="1" dirty="0">
                <a:solidFill>
                  <a:schemeClr val="dk1"/>
                </a:solidFill>
              </a:rPr>
              <a:t>IEEE Access</a:t>
            </a:r>
            <a:r>
              <a:rPr lang="en-IN" sz="1100" dirty="0">
                <a:solidFill>
                  <a:schemeClr val="dk1"/>
                </a:solidFill>
              </a:rPr>
              <a:t>, 2024. DOI: 10.1109/ACCESS.2024.3431691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Lin, A., Fang, T., Yao, J., &amp; Xu, B.</a:t>
            </a:r>
            <a:br>
              <a:rPr lang="en-GB" sz="1100" dirty="0">
                <a:solidFill>
                  <a:schemeClr val="dk1"/>
                </a:solidFill>
              </a:rPr>
            </a:br>
            <a:r>
              <a:rPr lang="en-GB" sz="1100" dirty="0">
                <a:solidFill>
                  <a:schemeClr val="dk1"/>
                </a:solidFill>
              </a:rPr>
              <a:t> </a:t>
            </a:r>
            <a:r>
              <a:rPr lang="en-GB" sz="1100" b="1" dirty="0">
                <a:solidFill>
                  <a:schemeClr val="dk1"/>
                </a:solidFill>
              </a:rPr>
              <a:t>"Understanding Software Defect Prediction Through </a:t>
            </a:r>
            <a:r>
              <a:rPr lang="en-GB" sz="1100" b="1" dirty="0" err="1">
                <a:solidFill>
                  <a:schemeClr val="dk1"/>
                </a:solidFill>
              </a:rPr>
              <a:t>eXplainable</a:t>
            </a:r>
            <a:r>
              <a:rPr lang="en-GB" sz="1100" b="1" dirty="0">
                <a:solidFill>
                  <a:schemeClr val="dk1"/>
                </a:solidFill>
              </a:rPr>
              <a:t> Neural Additive Models."</a:t>
            </a:r>
            <a:br>
              <a:rPr lang="en-GB" sz="1100" b="1" dirty="0">
                <a:solidFill>
                  <a:schemeClr val="dk1"/>
                </a:solidFill>
              </a:rPr>
            </a:br>
            <a:r>
              <a:rPr lang="en-GB" sz="1100" dirty="0">
                <a:solidFill>
                  <a:schemeClr val="dk1"/>
                </a:solidFill>
              </a:rPr>
              <a:t> </a:t>
            </a:r>
            <a:r>
              <a:rPr lang="en-GB" sz="1100" i="1" dirty="0" err="1">
                <a:solidFill>
                  <a:schemeClr val="dk1"/>
                </a:solidFill>
              </a:rPr>
              <a:t>arXiv</a:t>
            </a:r>
            <a:r>
              <a:rPr lang="en-GB" sz="1100" i="1" dirty="0">
                <a:solidFill>
                  <a:schemeClr val="dk1"/>
                </a:solidFill>
              </a:rPr>
              <a:t> preprint</a:t>
            </a:r>
            <a:r>
              <a:rPr lang="en-GB" sz="1100" dirty="0">
                <a:solidFill>
                  <a:schemeClr val="dk1"/>
                </a:solidFill>
              </a:rPr>
              <a:t>, arXiv:2306.08655, 2023. 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Zhang, Y., Zhang, Y., Huang, Y., &amp; Chen, G.</a:t>
            </a:r>
            <a:br>
              <a:rPr lang="en-GB" sz="1100" dirty="0">
                <a:solidFill>
                  <a:schemeClr val="dk1"/>
                </a:solidFill>
              </a:rPr>
            </a:br>
            <a:r>
              <a:rPr lang="en-GB" sz="1100" dirty="0">
                <a:solidFill>
                  <a:schemeClr val="dk1"/>
                </a:solidFill>
              </a:rPr>
              <a:t> </a:t>
            </a:r>
            <a:r>
              <a:rPr lang="en-GB" sz="1100" b="1" dirty="0">
                <a:solidFill>
                  <a:schemeClr val="dk1"/>
                </a:solidFill>
              </a:rPr>
              <a:t>"Software Defects Identification: Results Using Machine Learning and Explainable Artificial Intelligence Techniques."</a:t>
            </a:r>
            <a:br>
              <a:rPr lang="en-GB" sz="1100" b="1" dirty="0">
                <a:solidFill>
                  <a:schemeClr val="dk1"/>
                </a:solidFill>
              </a:rPr>
            </a:br>
            <a:r>
              <a:rPr lang="en-GB" sz="1100" dirty="0">
                <a:solidFill>
                  <a:schemeClr val="dk1"/>
                </a:solidFill>
              </a:rPr>
              <a:t> </a:t>
            </a:r>
            <a:r>
              <a:rPr lang="en-GB" sz="1100" i="1" dirty="0">
                <a:solidFill>
                  <a:schemeClr val="dk1"/>
                </a:solidFill>
              </a:rPr>
              <a:t>Journal of Systems and Software Engineering</a:t>
            </a:r>
            <a:r>
              <a:rPr lang="en-GB" sz="1100" dirty="0">
                <a:solidFill>
                  <a:schemeClr val="dk1"/>
                </a:solidFill>
              </a:rPr>
              <a:t>, 2024. 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Yao, J., Lin, A., Chen, G., &amp; Fang, T.</a:t>
            </a:r>
            <a:br>
              <a:rPr lang="en-GB" sz="1100" dirty="0">
                <a:solidFill>
                  <a:schemeClr val="dk1"/>
                </a:solidFill>
              </a:rPr>
            </a:br>
            <a:r>
              <a:rPr lang="en-GB" sz="1100" dirty="0">
                <a:solidFill>
                  <a:schemeClr val="dk1"/>
                </a:solidFill>
              </a:rPr>
              <a:t> </a:t>
            </a:r>
            <a:r>
              <a:rPr lang="en-GB" sz="1100" b="1" dirty="0">
                <a:solidFill>
                  <a:schemeClr val="dk1"/>
                </a:solidFill>
              </a:rPr>
              <a:t>"Towards Trustworthy Explainable AI for Software Defect Prediction."</a:t>
            </a:r>
            <a:br>
              <a:rPr lang="en-GB" sz="1100" b="1" dirty="0">
                <a:solidFill>
                  <a:schemeClr val="dk1"/>
                </a:solidFill>
              </a:rPr>
            </a:br>
            <a:r>
              <a:rPr lang="en-GB" sz="1100" dirty="0">
                <a:solidFill>
                  <a:schemeClr val="dk1"/>
                </a:solidFill>
              </a:rPr>
              <a:t> </a:t>
            </a:r>
            <a:r>
              <a:rPr lang="en-GB" sz="1100" i="1" dirty="0">
                <a:solidFill>
                  <a:schemeClr val="dk1"/>
                </a:solidFill>
              </a:rPr>
              <a:t>Proceedings of the IEEE International Conference on Software Engineering (ICSE)</a:t>
            </a:r>
            <a:r>
              <a:rPr lang="en-GB" sz="1100" dirty="0">
                <a:solidFill>
                  <a:schemeClr val="dk1"/>
                </a:solidFill>
              </a:rPr>
              <a:t>, 2024. </a:t>
            </a:r>
            <a:endParaRPr sz="1100" b="1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p60"/>
          <p:cNvSpPr txBox="1">
            <a:spLocks noGrp="1"/>
          </p:cNvSpPr>
          <p:nvPr>
            <p:ph type="title"/>
          </p:nvPr>
        </p:nvSpPr>
        <p:spPr>
          <a:xfrm>
            <a:off x="1195475" y="1234350"/>
            <a:ext cx="5931000" cy="8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 sz="3500"/>
              <a:t>Thank You</a:t>
            </a:r>
            <a:endParaRPr sz="35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ean Slate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95E3FF"/>
      </a:accent1>
      <a:accent2>
        <a:srgbClr val="858EFF"/>
      </a:accent2>
      <a:accent3>
        <a:srgbClr val="FFB093"/>
      </a:accent3>
      <a:accent4>
        <a:srgbClr val="F3F3F3"/>
      </a:accent4>
      <a:accent5>
        <a:srgbClr val="FF0000"/>
      </a:accent5>
      <a:accent6>
        <a:srgbClr val="EEFF41"/>
      </a:accent6>
      <a:hlink>
        <a:srgbClr val="FF0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</TotalTime>
  <Words>2134</Words>
  <Application>Microsoft Office PowerPoint</Application>
  <PresentationFormat>On-screen Show (16:9)</PresentationFormat>
  <Paragraphs>236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0" baseType="lpstr">
      <vt:lpstr>Lexend</vt:lpstr>
      <vt:lpstr>Cambria Math</vt:lpstr>
      <vt:lpstr>Cambria</vt:lpstr>
      <vt:lpstr>Lexend Light</vt:lpstr>
      <vt:lpstr>Hanken Grotesk</vt:lpstr>
      <vt:lpstr>Arial</vt:lpstr>
      <vt:lpstr>Work Sans SemiBold</vt:lpstr>
      <vt:lpstr>Lexend SemiBold</vt:lpstr>
      <vt:lpstr>Clean Slate</vt:lpstr>
      <vt:lpstr>PowerPoint Presentation</vt:lpstr>
      <vt:lpstr>Scope of the Project</vt:lpstr>
      <vt:lpstr>Introduction to Explainable AI with a Focus on Reliability</vt:lpstr>
      <vt:lpstr>Introduction to Explainable AI with a Focus on Reliability</vt:lpstr>
      <vt:lpstr>Introduction to Explainable AI with a Focus on Reliability</vt:lpstr>
      <vt:lpstr>Problem Statement </vt:lpstr>
      <vt:lpstr>Data Collection</vt:lpstr>
      <vt:lpstr>Cross Project Datasets  Combinations</vt:lpstr>
      <vt:lpstr>Proposed Solution Overview</vt:lpstr>
      <vt:lpstr>Proposed Solution Overview</vt:lpstr>
      <vt:lpstr>Proposed Solution Overview</vt:lpstr>
      <vt:lpstr>Proposed Solution Overview</vt:lpstr>
      <vt:lpstr>Proposed Solution Overview</vt:lpstr>
      <vt:lpstr>Results Overview</vt:lpstr>
      <vt:lpstr>Results Overview</vt:lpstr>
      <vt:lpstr>Results Overview</vt:lpstr>
      <vt:lpstr>Results Overview</vt:lpstr>
      <vt:lpstr>Percentage of Work Completed &amp; Summary</vt:lpstr>
      <vt:lpstr>Next Steps</vt:lpstr>
      <vt:lpstr>References: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Udit Jain</cp:lastModifiedBy>
  <cp:revision>14</cp:revision>
  <dcterms:modified xsi:type="dcterms:W3CDTF">2026-02-01T19:21:46Z</dcterms:modified>
</cp:coreProperties>
</file>