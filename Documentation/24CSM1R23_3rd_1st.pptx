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Lexend SemiBold"/>
      <p:regular r:id="rId30"/>
      <p:bold r:id="rId31"/>
    </p:embeddedFont>
    <p:embeddedFont>
      <p:font typeface="Lexend Light"/>
      <p:regular r:id="rId32"/>
      <p:bold r:id="rId33"/>
    </p:embeddedFont>
    <p:embeddedFont>
      <p:font typeface="Hanken Grotesk"/>
      <p:regular r:id="rId34"/>
      <p:bold r:id="rId35"/>
      <p:italic r:id="rId36"/>
      <p:boldItalic r:id="rId37"/>
    </p:embeddedFont>
    <p:embeddedFont>
      <p:font typeface="Work Sans SemiBold"/>
      <p:regular r:id="rId38"/>
      <p:bold r:id="rId39"/>
      <p:italic r:id="rId40"/>
      <p:boldItalic r:id="rId41"/>
    </p:embeddedFont>
    <p:embeddedFont>
      <p:font typeface="Lexen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DB28E6-07B8-43B4-94E9-65CDF57FDC44}">
  <a:tblStyle styleId="{08DB28E6-07B8-43B4-94E9-65CDF57FDC4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SemiBold-italic.fntdata"/><Relationship Id="rId20" Type="http://schemas.openxmlformats.org/officeDocument/2006/relationships/slide" Target="slides/slide14.xml"/><Relationship Id="rId42" Type="http://schemas.openxmlformats.org/officeDocument/2006/relationships/font" Target="fonts/Lexend-regular.fntdata"/><Relationship Id="rId41" Type="http://schemas.openxmlformats.org/officeDocument/2006/relationships/font" Target="fonts/WorkSansSemiBold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Lexen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exendSemiBold-bold.fntdata"/><Relationship Id="rId30" Type="http://schemas.openxmlformats.org/officeDocument/2006/relationships/font" Target="fonts/Lexend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LexendLight-bold.fntdata"/><Relationship Id="rId10" Type="http://schemas.openxmlformats.org/officeDocument/2006/relationships/slide" Target="slides/slide4.xml"/><Relationship Id="rId32" Type="http://schemas.openxmlformats.org/officeDocument/2006/relationships/font" Target="fonts/LexendLight-regular.fntdata"/><Relationship Id="rId13" Type="http://schemas.openxmlformats.org/officeDocument/2006/relationships/slide" Target="slides/slide7.xml"/><Relationship Id="rId35" Type="http://schemas.openxmlformats.org/officeDocument/2006/relationships/font" Target="fonts/HankenGrotesk-bold.fntdata"/><Relationship Id="rId12" Type="http://schemas.openxmlformats.org/officeDocument/2006/relationships/slide" Target="slides/slide6.xml"/><Relationship Id="rId34" Type="http://schemas.openxmlformats.org/officeDocument/2006/relationships/font" Target="fonts/HankenGrotesk-regular.fntdata"/><Relationship Id="rId15" Type="http://schemas.openxmlformats.org/officeDocument/2006/relationships/slide" Target="slides/slide9.xml"/><Relationship Id="rId37" Type="http://schemas.openxmlformats.org/officeDocument/2006/relationships/font" Target="fonts/HankenGrotesk-boldItalic.fntdata"/><Relationship Id="rId14" Type="http://schemas.openxmlformats.org/officeDocument/2006/relationships/slide" Target="slides/slide8.xml"/><Relationship Id="rId36" Type="http://schemas.openxmlformats.org/officeDocument/2006/relationships/font" Target="fonts/HankenGrotesk-italic.fntdata"/><Relationship Id="rId17" Type="http://schemas.openxmlformats.org/officeDocument/2006/relationships/slide" Target="slides/slide11.xml"/><Relationship Id="rId39" Type="http://schemas.openxmlformats.org/officeDocument/2006/relationships/font" Target="fonts/WorkSansSemiBold-bold.fntdata"/><Relationship Id="rId16" Type="http://schemas.openxmlformats.org/officeDocument/2006/relationships/slide" Target="slides/slide10.xml"/><Relationship Id="rId38" Type="http://schemas.openxmlformats.org/officeDocument/2006/relationships/font" Target="fonts/WorkSansSemiBol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8187ccf0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38187ccf0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8187ccf0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8187ccf0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8187ccf03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8187ccf03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8187ccf03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g38187ccf03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809512a57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g3809512a57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187ccf03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8187ccf03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8187ccf03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8187ccf03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8187ccf03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38187ccf03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187ccf03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g38187ccf03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8187ccf03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g38187ccf03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8187ccf034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8187ccf034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187ccf03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g38187ccf0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8187ccf03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g38187ccf03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8187ccf03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g38187ccf03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8187ccf03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38187ccf03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658800" y="1170000"/>
            <a:ext cx="6364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658800" y="1717200"/>
            <a:ext cx="6364800" cy="22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7022926" y="747190"/>
            <a:ext cx="2121000" cy="211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272518" y="3"/>
            <a:ext cx="750600" cy="74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0" y="4488238"/>
            <a:ext cx="657900" cy="6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SECTION_TITLE_AND_DESCRI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 rot="10800000">
            <a:off x="7149000" y="3157200"/>
            <a:ext cx="1465200" cy="145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 rot="10800000">
            <a:off x="8614199" y="4615801"/>
            <a:ext cx="529800" cy="52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 rot="10800000">
            <a:off x="445974" y="1"/>
            <a:ext cx="529800" cy="527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388800" y="810000"/>
            <a:ext cx="6757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388800" y="1357200"/>
            <a:ext cx="6757200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CAPTION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4"/>
          <p:cNvSpPr/>
          <p:nvPr>
            <p:ph idx="2" type="pic"/>
          </p:nvPr>
        </p:nvSpPr>
        <p:spPr>
          <a:xfrm>
            <a:off x="5234400" y="0"/>
            <a:ext cx="3909600" cy="51444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4"/>
          <p:cNvSpPr/>
          <p:nvPr/>
        </p:nvSpPr>
        <p:spPr>
          <a:xfrm>
            <a:off x="4458025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21200" y="1136291"/>
            <a:ext cx="46692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" name="Google Shape;33;p5"/>
          <p:cNvSpPr/>
          <p:nvPr>
            <p:ph idx="2" type="pic"/>
          </p:nvPr>
        </p:nvSpPr>
        <p:spPr>
          <a:xfrm>
            <a:off x="448575" y="1277400"/>
            <a:ext cx="1827000" cy="1113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4" name="Google Shape;34;p5"/>
          <p:cNvCxnSpPr/>
          <p:nvPr/>
        </p:nvCxnSpPr>
        <p:spPr>
          <a:xfrm>
            <a:off x="2792132" y="2485581"/>
            <a:ext cx="59661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5"/>
          <p:cNvSpPr/>
          <p:nvPr/>
        </p:nvSpPr>
        <p:spPr>
          <a:xfrm>
            <a:off x="2578025" y="4009976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" y="737580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2793600" y="414000"/>
            <a:ext cx="5965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2732400" y="1252800"/>
            <a:ext cx="59832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3" type="body"/>
          </p:nvPr>
        </p:nvSpPr>
        <p:spPr>
          <a:xfrm>
            <a:off x="2732400" y="1652400"/>
            <a:ext cx="59832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4" type="subTitle"/>
          </p:nvPr>
        </p:nvSpPr>
        <p:spPr>
          <a:xfrm>
            <a:off x="2732400" y="2754000"/>
            <a:ext cx="59832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5" type="body"/>
          </p:nvPr>
        </p:nvSpPr>
        <p:spPr>
          <a:xfrm>
            <a:off x="2732400" y="3153600"/>
            <a:ext cx="59832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p5"/>
          <p:cNvSpPr/>
          <p:nvPr>
            <p:ph idx="6" type="pic"/>
          </p:nvPr>
        </p:nvSpPr>
        <p:spPr>
          <a:xfrm>
            <a:off x="448575" y="2754000"/>
            <a:ext cx="1827000" cy="111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7486627" y="319958"/>
            <a:ext cx="934800" cy="93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421426" y="125025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694800" y="604800"/>
            <a:ext cx="7336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7056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33660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60228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8209077" y="816633"/>
            <a:ext cx="934800" cy="93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0" y="-12"/>
            <a:ext cx="657900" cy="654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>
            <p:ph idx="2" type="pic"/>
          </p:nvPr>
        </p:nvSpPr>
        <p:spPr>
          <a:xfrm>
            <a:off x="4572000" y="1746000"/>
            <a:ext cx="3636000" cy="339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658800" y="817200"/>
            <a:ext cx="3740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658800" y="1746925"/>
            <a:ext cx="3740400" cy="30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0" y="1363325"/>
            <a:ext cx="354000" cy="129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0" y="3154375"/>
            <a:ext cx="354000" cy="129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7773919" y="2"/>
            <a:ext cx="1370100" cy="136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/>
          <p:nvPr>
            <p:ph type="title"/>
          </p:nvPr>
        </p:nvSpPr>
        <p:spPr>
          <a:xfrm>
            <a:off x="957600" y="691200"/>
            <a:ext cx="7225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" type="subTitle"/>
          </p:nvPr>
        </p:nvSpPr>
        <p:spPr>
          <a:xfrm>
            <a:off x="957600" y="1357200"/>
            <a:ext cx="7225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2" type="body"/>
          </p:nvPr>
        </p:nvSpPr>
        <p:spPr>
          <a:xfrm>
            <a:off x="957600" y="1836000"/>
            <a:ext cx="72252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67" name="Google Shape;67;p8"/>
          <p:cNvCxnSpPr/>
          <p:nvPr/>
        </p:nvCxnSpPr>
        <p:spPr>
          <a:xfrm>
            <a:off x="1025997" y="2910595"/>
            <a:ext cx="70920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8"/>
          <p:cNvSpPr txBox="1"/>
          <p:nvPr>
            <p:ph idx="3" type="subTitle"/>
          </p:nvPr>
        </p:nvSpPr>
        <p:spPr>
          <a:xfrm>
            <a:off x="957600" y="3153600"/>
            <a:ext cx="7225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4" type="body"/>
          </p:nvPr>
        </p:nvSpPr>
        <p:spPr>
          <a:xfrm>
            <a:off x="957600" y="3632400"/>
            <a:ext cx="72252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5820900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6992701" y="318410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 txBox="1"/>
          <p:nvPr>
            <p:ph type="title"/>
          </p:nvPr>
        </p:nvSpPr>
        <p:spPr>
          <a:xfrm>
            <a:off x="5716800" y="1047600"/>
            <a:ext cx="3088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76" name="Google Shape;76;p9"/>
          <p:cNvCxnSpPr/>
          <p:nvPr/>
        </p:nvCxnSpPr>
        <p:spPr>
          <a:xfrm>
            <a:off x="3494913" y="1359650"/>
            <a:ext cx="0" cy="2598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9"/>
          <p:cNvSpPr/>
          <p:nvPr/>
        </p:nvSpPr>
        <p:spPr>
          <a:xfrm>
            <a:off x="1495825" y="1274852"/>
            <a:ext cx="187800" cy="18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3776475" y="1274852"/>
            <a:ext cx="187800" cy="186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/>
          <p:nvPr>
            <p:ph idx="1" type="subTitle"/>
          </p:nvPr>
        </p:nvSpPr>
        <p:spPr>
          <a:xfrm>
            <a:off x="1411200" y="16020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1411200" y="2271600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3" type="subTitle"/>
          </p:nvPr>
        </p:nvSpPr>
        <p:spPr>
          <a:xfrm>
            <a:off x="3697200" y="16020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3697200" y="2271600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3949300" y="344850"/>
            <a:ext cx="2347800" cy="445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6442700" y="344850"/>
            <a:ext cx="2347800" cy="445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4290600" y="87175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6784000" y="87175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0" y="-1"/>
            <a:ext cx="924000" cy="9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8045109" y="4044221"/>
            <a:ext cx="606000" cy="60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7830625" y="3830525"/>
            <a:ext cx="214500" cy="2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 txBox="1"/>
          <p:nvPr>
            <p:ph type="title"/>
          </p:nvPr>
        </p:nvSpPr>
        <p:spPr>
          <a:xfrm>
            <a:off x="435600" y="1274400"/>
            <a:ext cx="3250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" type="subTitle"/>
          </p:nvPr>
        </p:nvSpPr>
        <p:spPr>
          <a:xfrm>
            <a:off x="4194000" y="1274400"/>
            <a:ext cx="18576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2" type="body"/>
          </p:nvPr>
        </p:nvSpPr>
        <p:spPr>
          <a:xfrm>
            <a:off x="4194000" y="2065573"/>
            <a:ext cx="18576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3" type="subTitle"/>
          </p:nvPr>
        </p:nvSpPr>
        <p:spPr>
          <a:xfrm>
            <a:off x="6688800" y="1274400"/>
            <a:ext cx="18576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4" type="body"/>
          </p:nvPr>
        </p:nvSpPr>
        <p:spPr>
          <a:xfrm>
            <a:off x="6688800" y="2065573"/>
            <a:ext cx="18576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1"/>
          <p:cNvSpPr/>
          <p:nvPr>
            <p:ph idx="2" type="pic"/>
          </p:nvPr>
        </p:nvSpPr>
        <p:spPr>
          <a:xfrm>
            <a:off x="363600" y="356400"/>
            <a:ext cx="2239200" cy="22392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1"/>
          <p:cNvSpPr/>
          <p:nvPr/>
        </p:nvSpPr>
        <p:spPr>
          <a:xfrm rot="10800000">
            <a:off x="2603000" y="2595275"/>
            <a:ext cx="1160100" cy="115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1"/>
          <p:cNvSpPr/>
          <p:nvPr/>
        </p:nvSpPr>
        <p:spPr>
          <a:xfrm rot="10800000">
            <a:off x="1991300" y="3750075"/>
            <a:ext cx="611700" cy="60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 txBox="1"/>
          <p:nvPr>
            <p:ph type="title"/>
          </p:nvPr>
        </p:nvSpPr>
        <p:spPr>
          <a:xfrm>
            <a:off x="3913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3913200" y="1136291"/>
            <a:ext cx="46692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p12"/>
          <p:cNvSpPr/>
          <p:nvPr/>
        </p:nvSpPr>
        <p:spPr>
          <a:xfrm>
            <a:off x="0" y="1441075"/>
            <a:ext cx="8780400" cy="370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"/>
          <p:cNvSpPr/>
          <p:nvPr/>
        </p:nvSpPr>
        <p:spPr>
          <a:xfrm rot="10800000">
            <a:off x="50" y="4032550"/>
            <a:ext cx="1116000" cy="111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/>
          <p:nvPr/>
        </p:nvSpPr>
        <p:spPr>
          <a:xfrm rot="10800000">
            <a:off x="8780225" y="1061875"/>
            <a:ext cx="381300" cy="3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2"/>
          <p:cNvSpPr txBox="1"/>
          <p:nvPr>
            <p:ph type="title"/>
          </p:nvPr>
        </p:nvSpPr>
        <p:spPr>
          <a:xfrm>
            <a:off x="385200" y="406800"/>
            <a:ext cx="8013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" type="subTitle"/>
          </p:nvPr>
        </p:nvSpPr>
        <p:spPr>
          <a:xfrm>
            <a:off x="3816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11" name="Google Shape;111;p12"/>
          <p:cNvSpPr txBox="1"/>
          <p:nvPr>
            <p:ph idx="2" type="body"/>
          </p:nvPr>
        </p:nvSpPr>
        <p:spPr>
          <a:xfrm>
            <a:off x="3816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2"/>
          <p:cNvSpPr txBox="1"/>
          <p:nvPr>
            <p:ph idx="3" type="subTitle"/>
          </p:nvPr>
        </p:nvSpPr>
        <p:spPr>
          <a:xfrm>
            <a:off x="32256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4" type="body"/>
          </p:nvPr>
        </p:nvSpPr>
        <p:spPr>
          <a:xfrm>
            <a:off x="32256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5" type="subTitle"/>
          </p:nvPr>
        </p:nvSpPr>
        <p:spPr>
          <a:xfrm>
            <a:off x="60624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6" type="body"/>
          </p:nvPr>
        </p:nvSpPr>
        <p:spPr>
          <a:xfrm>
            <a:off x="60624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">
  <p:cSld name="CUSTOM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13"/>
          <p:cNvCxnSpPr/>
          <p:nvPr/>
        </p:nvCxnSpPr>
        <p:spPr>
          <a:xfrm>
            <a:off x="4147138" y="1453875"/>
            <a:ext cx="0" cy="3099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13"/>
          <p:cNvSpPr/>
          <p:nvPr/>
        </p:nvSpPr>
        <p:spPr>
          <a:xfrm>
            <a:off x="2065050" y="1571477"/>
            <a:ext cx="187800" cy="18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372550" y="1571477"/>
            <a:ext cx="187800" cy="186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6683725" y="1571477"/>
            <a:ext cx="187800" cy="18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13"/>
          <p:cNvCxnSpPr/>
          <p:nvPr/>
        </p:nvCxnSpPr>
        <p:spPr>
          <a:xfrm>
            <a:off x="6458288" y="1453875"/>
            <a:ext cx="0" cy="3099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3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 txBox="1"/>
          <p:nvPr>
            <p:ph idx="1" type="subTitle"/>
          </p:nvPr>
        </p:nvSpPr>
        <p:spPr>
          <a:xfrm>
            <a:off x="19800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25" name="Google Shape;125;p13"/>
          <p:cNvSpPr txBox="1"/>
          <p:nvPr>
            <p:ph idx="2" type="body"/>
          </p:nvPr>
        </p:nvSpPr>
        <p:spPr>
          <a:xfrm>
            <a:off x="19800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3" type="subTitle"/>
          </p:nvPr>
        </p:nvSpPr>
        <p:spPr>
          <a:xfrm>
            <a:off x="42912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4" type="body"/>
          </p:nvPr>
        </p:nvSpPr>
        <p:spPr>
          <a:xfrm>
            <a:off x="42912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5" type="subTitle"/>
          </p:nvPr>
        </p:nvSpPr>
        <p:spPr>
          <a:xfrm>
            <a:off x="66024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6" type="body"/>
          </p:nvPr>
        </p:nvSpPr>
        <p:spPr>
          <a:xfrm>
            <a:off x="66024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1980000" y="565200"/>
            <a:ext cx="6642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CUSTOM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0" y="0"/>
            <a:ext cx="7949700" cy="482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414488" y="602777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414475" y="196770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414488" y="3338327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7949700" y="4829701"/>
            <a:ext cx="315300" cy="31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7156250" y="-1"/>
            <a:ext cx="793500" cy="78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 txBox="1"/>
          <p:nvPr>
            <p:ph idx="1" type="subTitle"/>
          </p:nvPr>
        </p:nvSpPr>
        <p:spPr>
          <a:xfrm>
            <a:off x="666000" y="5004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2" type="body"/>
          </p:nvPr>
        </p:nvSpPr>
        <p:spPr>
          <a:xfrm>
            <a:off x="666000" y="10188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3" type="subTitle"/>
          </p:nvPr>
        </p:nvSpPr>
        <p:spPr>
          <a:xfrm>
            <a:off x="666000" y="18648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41" name="Google Shape;141;p14"/>
          <p:cNvSpPr txBox="1"/>
          <p:nvPr>
            <p:ph idx="4" type="body"/>
          </p:nvPr>
        </p:nvSpPr>
        <p:spPr>
          <a:xfrm>
            <a:off x="666000" y="23832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5" type="subTitle"/>
          </p:nvPr>
        </p:nvSpPr>
        <p:spPr>
          <a:xfrm>
            <a:off x="666000" y="32364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43" name="Google Shape;143;p14"/>
          <p:cNvSpPr txBox="1"/>
          <p:nvPr>
            <p:ph idx="6" type="body"/>
          </p:nvPr>
        </p:nvSpPr>
        <p:spPr>
          <a:xfrm>
            <a:off x="666000" y="37548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4" name="Google Shape;144;p14"/>
          <p:cNvCxnSpPr/>
          <p:nvPr/>
        </p:nvCxnSpPr>
        <p:spPr>
          <a:xfrm rot="10800000">
            <a:off x="384525" y="1728450"/>
            <a:ext cx="7205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14"/>
          <p:cNvCxnSpPr/>
          <p:nvPr/>
        </p:nvCxnSpPr>
        <p:spPr>
          <a:xfrm rot="10800000">
            <a:off x="383581" y="3084600"/>
            <a:ext cx="7205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4"/>
          <p:cNvSpPr txBox="1"/>
          <p:nvPr>
            <p:ph type="title"/>
          </p:nvPr>
        </p:nvSpPr>
        <p:spPr>
          <a:xfrm rot="5400000">
            <a:off x="6312000" y="2248800"/>
            <a:ext cx="45540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CUSTOM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p15"/>
          <p:cNvCxnSpPr/>
          <p:nvPr/>
        </p:nvCxnSpPr>
        <p:spPr>
          <a:xfrm>
            <a:off x="3383350" y="1008313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5"/>
          <p:cNvSpPr/>
          <p:nvPr/>
        </p:nvSpPr>
        <p:spPr>
          <a:xfrm>
            <a:off x="1433389" y="940757"/>
            <a:ext cx="173700" cy="1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591740" y="940757"/>
            <a:ext cx="173700" cy="17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5728363" y="940757"/>
            <a:ext cx="173700" cy="17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15"/>
          <p:cNvCxnSpPr/>
          <p:nvPr/>
        </p:nvCxnSpPr>
        <p:spPr>
          <a:xfrm>
            <a:off x="5519950" y="1008313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15"/>
          <p:cNvSpPr txBox="1"/>
          <p:nvPr>
            <p:ph idx="1" type="subTitle"/>
          </p:nvPr>
        </p:nvSpPr>
        <p:spPr>
          <a:xfrm>
            <a:off x="13806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" type="body"/>
          </p:nvPr>
        </p:nvSpPr>
        <p:spPr>
          <a:xfrm>
            <a:off x="13806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3" type="subTitle"/>
          </p:nvPr>
        </p:nvSpPr>
        <p:spPr>
          <a:xfrm>
            <a:off x="35190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56" name="Google Shape;156;p15"/>
          <p:cNvSpPr txBox="1"/>
          <p:nvPr>
            <p:ph idx="4" type="body"/>
          </p:nvPr>
        </p:nvSpPr>
        <p:spPr>
          <a:xfrm>
            <a:off x="35190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7" name="Google Shape;157;p15"/>
          <p:cNvSpPr txBox="1"/>
          <p:nvPr>
            <p:ph idx="5" type="subTitle"/>
          </p:nvPr>
        </p:nvSpPr>
        <p:spPr>
          <a:xfrm>
            <a:off x="56538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6" type="body"/>
          </p:nvPr>
        </p:nvSpPr>
        <p:spPr>
          <a:xfrm>
            <a:off x="56538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type="title"/>
          </p:nvPr>
        </p:nvSpPr>
        <p:spPr>
          <a:xfrm>
            <a:off x="1351800" y="299088"/>
            <a:ext cx="6440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0" name="Google Shape;160;p15"/>
          <p:cNvSpPr/>
          <p:nvPr>
            <p:ph idx="7" type="pic"/>
          </p:nvPr>
        </p:nvSpPr>
        <p:spPr>
          <a:xfrm>
            <a:off x="16071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15"/>
          <p:cNvSpPr/>
          <p:nvPr>
            <p:ph idx="8" type="pic"/>
          </p:nvPr>
        </p:nvSpPr>
        <p:spPr>
          <a:xfrm>
            <a:off x="37455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5"/>
          <p:cNvSpPr/>
          <p:nvPr>
            <p:ph idx="9" type="pic"/>
          </p:nvPr>
        </p:nvSpPr>
        <p:spPr>
          <a:xfrm>
            <a:off x="58803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CUSTOM_3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/>
          <p:nvPr/>
        </p:nvSpPr>
        <p:spPr>
          <a:xfrm>
            <a:off x="0" y="1765325"/>
            <a:ext cx="9187200" cy="3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/>
          <p:nvPr/>
        </p:nvSpPr>
        <p:spPr>
          <a:xfrm rot="10800000">
            <a:off x="150" y="25"/>
            <a:ext cx="809400" cy="805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09550" y="805825"/>
            <a:ext cx="320700" cy="31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 txBox="1"/>
          <p:nvPr>
            <p:ph idx="1" type="subTitle"/>
          </p:nvPr>
        </p:nvSpPr>
        <p:spPr>
          <a:xfrm>
            <a:off x="352800" y="3117600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" type="body"/>
          </p:nvPr>
        </p:nvSpPr>
        <p:spPr>
          <a:xfrm>
            <a:off x="352800" y="3708475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6"/>
          <p:cNvSpPr/>
          <p:nvPr/>
        </p:nvSpPr>
        <p:spPr>
          <a:xfrm rot="10800000">
            <a:off x="471300" y="2712924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 txBox="1"/>
          <p:nvPr>
            <p:ph idx="3" type="subTitle"/>
          </p:nvPr>
        </p:nvSpPr>
        <p:spPr>
          <a:xfrm>
            <a:off x="2574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71" name="Google Shape;171;p16"/>
          <p:cNvSpPr txBox="1"/>
          <p:nvPr>
            <p:ph idx="4" type="body"/>
          </p:nvPr>
        </p:nvSpPr>
        <p:spPr>
          <a:xfrm>
            <a:off x="2574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6"/>
          <p:cNvSpPr/>
          <p:nvPr/>
        </p:nvSpPr>
        <p:spPr>
          <a:xfrm rot="10800000">
            <a:off x="26756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"/>
          <p:cNvSpPr txBox="1"/>
          <p:nvPr>
            <p:ph idx="5" type="subTitle"/>
          </p:nvPr>
        </p:nvSpPr>
        <p:spPr>
          <a:xfrm>
            <a:off x="4788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74" name="Google Shape;174;p16"/>
          <p:cNvSpPr txBox="1"/>
          <p:nvPr>
            <p:ph idx="6" type="body"/>
          </p:nvPr>
        </p:nvSpPr>
        <p:spPr>
          <a:xfrm>
            <a:off x="4788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6"/>
          <p:cNvSpPr/>
          <p:nvPr/>
        </p:nvSpPr>
        <p:spPr>
          <a:xfrm rot="10800000">
            <a:off x="48799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/>
          <p:nvPr>
            <p:ph idx="7" type="subTitle"/>
          </p:nvPr>
        </p:nvSpPr>
        <p:spPr>
          <a:xfrm>
            <a:off x="7002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77" name="Google Shape;177;p16"/>
          <p:cNvSpPr txBox="1"/>
          <p:nvPr>
            <p:ph idx="8" type="body"/>
          </p:nvPr>
        </p:nvSpPr>
        <p:spPr>
          <a:xfrm>
            <a:off x="7002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6"/>
          <p:cNvSpPr/>
          <p:nvPr/>
        </p:nvSpPr>
        <p:spPr>
          <a:xfrm rot="10800000">
            <a:off x="70842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 txBox="1"/>
          <p:nvPr>
            <p:ph type="title"/>
          </p:nvPr>
        </p:nvSpPr>
        <p:spPr>
          <a:xfrm>
            <a:off x="370800" y="774000"/>
            <a:ext cx="840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">
  <p:cSld name="CUSTOM_4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/>
          <p:nvPr/>
        </p:nvSpPr>
        <p:spPr>
          <a:xfrm>
            <a:off x="334838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7"/>
          <p:cNvSpPr/>
          <p:nvPr/>
        </p:nvSpPr>
        <p:spPr>
          <a:xfrm rot="10800000">
            <a:off x="334838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2504313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/>
          <p:nvPr/>
        </p:nvSpPr>
        <p:spPr>
          <a:xfrm rot="10800000">
            <a:off x="2504313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673788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 rot="10800000">
            <a:off x="4673788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843263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 rot="10800000">
            <a:off x="6843263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 rot="10800000">
            <a:off x="7496775" y="242838"/>
            <a:ext cx="1291200" cy="123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 rot="10800000">
            <a:off x="6843285" y="1476138"/>
            <a:ext cx="653400" cy="65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408625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2578100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4747575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6917050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7"/>
          <p:cNvSpPr txBox="1"/>
          <p:nvPr>
            <p:ph idx="1" type="subTitle"/>
          </p:nvPr>
        </p:nvSpPr>
        <p:spPr>
          <a:xfrm>
            <a:off x="4680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96" name="Google Shape;196;p17"/>
          <p:cNvSpPr txBox="1"/>
          <p:nvPr>
            <p:ph idx="2" type="body"/>
          </p:nvPr>
        </p:nvSpPr>
        <p:spPr>
          <a:xfrm>
            <a:off x="4680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17"/>
          <p:cNvSpPr txBox="1"/>
          <p:nvPr>
            <p:ph idx="3" type="subTitle"/>
          </p:nvPr>
        </p:nvSpPr>
        <p:spPr>
          <a:xfrm>
            <a:off x="26352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98" name="Google Shape;198;p17"/>
          <p:cNvSpPr txBox="1"/>
          <p:nvPr>
            <p:ph idx="4" type="body"/>
          </p:nvPr>
        </p:nvSpPr>
        <p:spPr>
          <a:xfrm>
            <a:off x="26352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17"/>
          <p:cNvSpPr txBox="1"/>
          <p:nvPr>
            <p:ph idx="5" type="subTitle"/>
          </p:nvPr>
        </p:nvSpPr>
        <p:spPr>
          <a:xfrm>
            <a:off x="48060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00" name="Google Shape;200;p17"/>
          <p:cNvSpPr txBox="1"/>
          <p:nvPr>
            <p:ph idx="6" type="body"/>
          </p:nvPr>
        </p:nvSpPr>
        <p:spPr>
          <a:xfrm>
            <a:off x="48060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17"/>
          <p:cNvSpPr txBox="1"/>
          <p:nvPr>
            <p:ph idx="7" type="subTitle"/>
          </p:nvPr>
        </p:nvSpPr>
        <p:spPr>
          <a:xfrm>
            <a:off x="69768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02" name="Google Shape;202;p17"/>
          <p:cNvSpPr txBox="1"/>
          <p:nvPr>
            <p:ph idx="8" type="body"/>
          </p:nvPr>
        </p:nvSpPr>
        <p:spPr>
          <a:xfrm>
            <a:off x="69768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type="title"/>
          </p:nvPr>
        </p:nvSpPr>
        <p:spPr>
          <a:xfrm>
            <a:off x="370800" y="727200"/>
            <a:ext cx="6440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1">
  <p:cSld name="CUSTOM_5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>
            <a:off x="1287000" y="1265975"/>
            <a:ext cx="6289200" cy="316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8"/>
          <p:cNvSpPr/>
          <p:nvPr/>
        </p:nvSpPr>
        <p:spPr>
          <a:xfrm rot="10800000">
            <a:off x="7576100" y="1775"/>
            <a:ext cx="1323900" cy="12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711039" y="1957095"/>
            <a:ext cx="173700" cy="1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3704190" y="1957095"/>
            <a:ext cx="173700" cy="17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759988" y="1957095"/>
            <a:ext cx="173700" cy="17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8"/>
          <p:cNvSpPr/>
          <p:nvPr/>
        </p:nvSpPr>
        <p:spPr>
          <a:xfrm rot="10800000">
            <a:off x="8900000" y="1266000"/>
            <a:ext cx="258900" cy="24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8"/>
          <p:cNvSpPr/>
          <p:nvPr/>
        </p:nvSpPr>
        <p:spPr>
          <a:xfrm rot="10800000">
            <a:off x="539700" y="4434725"/>
            <a:ext cx="747300" cy="71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/>
          <p:nvPr>
            <p:ph idx="1" type="subTitle"/>
          </p:nvPr>
        </p:nvSpPr>
        <p:spPr>
          <a:xfrm>
            <a:off x="162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" type="body"/>
          </p:nvPr>
        </p:nvSpPr>
        <p:spPr>
          <a:xfrm>
            <a:off x="162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4" name="Google Shape;214;p18"/>
          <p:cNvSpPr txBox="1"/>
          <p:nvPr>
            <p:ph idx="3" type="subTitle"/>
          </p:nvPr>
        </p:nvSpPr>
        <p:spPr>
          <a:xfrm>
            <a:off x="360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5" name="Google Shape;215;p18"/>
          <p:cNvSpPr txBox="1"/>
          <p:nvPr>
            <p:ph idx="4" type="body"/>
          </p:nvPr>
        </p:nvSpPr>
        <p:spPr>
          <a:xfrm>
            <a:off x="360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6" name="Google Shape;216;p18"/>
          <p:cNvSpPr txBox="1"/>
          <p:nvPr>
            <p:ph idx="5" type="subTitle"/>
          </p:nvPr>
        </p:nvSpPr>
        <p:spPr>
          <a:xfrm>
            <a:off x="567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7" name="Google Shape;217;p18"/>
          <p:cNvSpPr txBox="1"/>
          <p:nvPr>
            <p:ph idx="6" type="body"/>
          </p:nvPr>
        </p:nvSpPr>
        <p:spPr>
          <a:xfrm>
            <a:off x="567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8" name="Google Shape;218;p18"/>
          <p:cNvSpPr txBox="1"/>
          <p:nvPr>
            <p:ph type="title"/>
          </p:nvPr>
        </p:nvSpPr>
        <p:spPr>
          <a:xfrm>
            <a:off x="1288800" y="363600"/>
            <a:ext cx="6289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CUSTOM_6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247012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/>
          <p:nvPr/>
        </p:nvSpPr>
        <p:spPr>
          <a:xfrm rot="10800000">
            <a:off x="2470113" y="1352839"/>
            <a:ext cx="652800" cy="65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639600" y="1352852"/>
            <a:ext cx="1965900" cy="288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/>
          <p:nvPr/>
        </p:nvSpPr>
        <p:spPr>
          <a:xfrm rot="10800000">
            <a:off x="4639588" y="1352839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680907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/>
          <p:nvPr/>
        </p:nvSpPr>
        <p:spPr>
          <a:xfrm rot="10800000">
            <a:off x="6809063" y="1352839"/>
            <a:ext cx="652800" cy="65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/>
          <p:nvPr/>
        </p:nvSpPr>
        <p:spPr>
          <a:xfrm rot="10800000">
            <a:off x="1310025" y="1352850"/>
            <a:ext cx="1160100" cy="115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9"/>
          <p:cNvSpPr/>
          <p:nvPr/>
        </p:nvSpPr>
        <p:spPr>
          <a:xfrm rot="10800000">
            <a:off x="1034925" y="2507675"/>
            <a:ext cx="275100" cy="27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9"/>
          <p:cNvSpPr/>
          <p:nvPr/>
        </p:nvSpPr>
        <p:spPr>
          <a:xfrm rot="10800000">
            <a:off x="0" y="4534500"/>
            <a:ext cx="611700" cy="60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2543900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4713375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6882850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b="1" i="0" sz="14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9"/>
          <p:cNvSpPr txBox="1"/>
          <p:nvPr>
            <p:ph idx="1" type="subTitle"/>
          </p:nvPr>
        </p:nvSpPr>
        <p:spPr>
          <a:xfrm>
            <a:off x="26028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3" name="Google Shape;233;p19"/>
          <p:cNvSpPr txBox="1"/>
          <p:nvPr>
            <p:ph idx="2" type="body"/>
          </p:nvPr>
        </p:nvSpPr>
        <p:spPr>
          <a:xfrm>
            <a:off x="26028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3" type="subTitle"/>
          </p:nvPr>
        </p:nvSpPr>
        <p:spPr>
          <a:xfrm>
            <a:off x="47700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5" name="Google Shape;235;p19"/>
          <p:cNvSpPr txBox="1"/>
          <p:nvPr>
            <p:ph idx="4" type="body"/>
          </p:nvPr>
        </p:nvSpPr>
        <p:spPr>
          <a:xfrm>
            <a:off x="47700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5" type="subTitle"/>
          </p:nvPr>
        </p:nvSpPr>
        <p:spPr>
          <a:xfrm>
            <a:off x="69408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7" name="Google Shape;237;p19"/>
          <p:cNvSpPr txBox="1"/>
          <p:nvPr>
            <p:ph idx="6" type="body"/>
          </p:nvPr>
        </p:nvSpPr>
        <p:spPr>
          <a:xfrm>
            <a:off x="69408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19"/>
          <p:cNvSpPr txBox="1"/>
          <p:nvPr>
            <p:ph type="title"/>
          </p:nvPr>
        </p:nvSpPr>
        <p:spPr>
          <a:xfrm>
            <a:off x="2469600" y="565200"/>
            <a:ext cx="6303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1">
  <p:cSld name="CUSTOM_7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20"/>
          <p:cNvCxnSpPr/>
          <p:nvPr/>
        </p:nvCxnSpPr>
        <p:spPr>
          <a:xfrm>
            <a:off x="1079125" y="2172725"/>
            <a:ext cx="7090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20"/>
          <p:cNvSpPr/>
          <p:nvPr/>
        </p:nvSpPr>
        <p:spPr>
          <a:xfrm>
            <a:off x="997405" y="2051213"/>
            <a:ext cx="243000" cy="2430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3510430" y="2051213"/>
            <a:ext cx="243000" cy="2430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058505" y="2051213"/>
            <a:ext cx="243000" cy="243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700825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8182801" y="415900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 txBox="1"/>
          <p:nvPr>
            <p:ph type="title"/>
          </p:nvPr>
        </p:nvSpPr>
        <p:spPr>
          <a:xfrm>
            <a:off x="961200" y="1000800"/>
            <a:ext cx="7207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8" name="Google Shape;248;p20"/>
          <p:cNvSpPr txBox="1"/>
          <p:nvPr>
            <p:ph idx="1" type="subTitle"/>
          </p:nvPr>
        </p:nvSpPr>
        <p:spPr>
          <a:xfrm>
            <a:off x="9612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9" name="Google Shape;249;p20"/>
          <p:cNvSpPr txBox="1"/>
          <p:nvPr>
            <p:ph idx="2" type="body"/>
          </p:nvPr>
        </p:nvSpPr>
        <p:spPr>
          <a:xfrm>
            <a:off x="9612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0" name="Google Shape;250;p20"/>
          <p:cNvSpPr txBox="1"/>
          <p:nvPr>
            <p:ph idx="3" type="subTitle"/>
          </p:nvPr>
        </p:nvSpPr>
        <p:spPr>
          <a:xfrm>
            <a:off x="34740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51" name="Google Shape;251;p20"/>
          <p:cNvSpPr txBox="1"/>
          <p:nvPr>
            <p:ph idx="4" type="body"/>
          </p:nvPr>
        </p:nvSpPr>
        <p:spPr>
          <a:xfrm>
            <a:off x="34740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2" name="Google Shape;252;p20"/>
          <p:cNvSpPr txBox="1"/>
          <p:nvPr>
            <p:ph idx="5" type="subTitle"/>
          </p:nvPr>
        </p:nvSpPr>
        <p:spPr>
          <a:xfrm>
            <a:off x="60228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53" name="Google Shape;253;p20"/>
          <p:cNvSpPr txBox="1"/>
          <p:nvPr>
            <p:ph idx="6" type="body"/>
          </p:nvPr>
        </p:nvSpPr>
        <p:spPr>
          <a:xfrm>
            <a:off x="60228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CUSTOM_8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21"/>
          <p:cNvCxnSpPr/>
          <p:nvPr/>
        </p:nvCxnSpPr>
        <p:spPr>
          <a:xfrm>
            <a:off x="4658925" y="21425"/>
            <a:ext cx="0" cy="51267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21"/>
          <p:cNvSpPr/>
          <p:nvPr/>
        </p:nvSpPr>
        <p:spPr>
          <a:xfrm>
            <a:off x="4565166" y="1137552"/>
            <a:ext cx="208800" cy="2088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/>
          <p:nvPr/>
        </p:nvSpPr>
        <p:spPr>
          <a:xfrm flipH="1">
            <a:off x="4544115" y="2467342"/>
            <a:ext cx="208800" cy="2088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543875" y="3797132"/>
            <a:ext cx="208800" cy="2088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7486627" y="319958"/>
            <a:ext cx="934800" cy="93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8421426" y="125025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 txBox="1"/>
          <p:nvPr>
            <p:ph idx="1" type="subTitle"/>
          </p:nvPr>
        </p:nvSpPr>
        <p:spPr>
          <a:xfrm>
            <a:off x="4928400" y="9180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63" name="Google Shape;263;p21"/>
          <p:cNvSpPr txBox="1"/>
          <p:nvPr>
            <p:ph idx="2" type="body"/>
          </p:nvPr>
        </p:nvSpPr>
        <p:spPr>
          <a:xfrm>
            <a:off x="4928400" y="12852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3" type="subTitle"/>
          </p:nvPr>
        </p:nvSpPr>
        <p:spPr>
          <a:xfrm>
            <a:off x="4928400" y="22968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65" name="Google Shape;265;p21"/>
          <p:cNvSpPr txBox="1"/>
          <p:nvPr>
            <p:ph idx="4" type="body"/>
          </p:nvPr>
        </p:nvSpPr>
        <p:spPr>
          <a:xfrm>
            <a:off x="4928400" y="26640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6" name="Google Shape;266;p21"/>
          <p:cNvSpPr txBox="1"/>
          <p:nvPr>
            <p:ph idx="5" type="subTitle"/>
          </p:nvPr>
        </p:nvSpPr>
        <p:spPr>
          <a:xfrm>
            <a:off x="4928400" y="36756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67" name="Google Shape;267;p21"/>
          <p:cNvSpPr txBox="1"/>
          <p:nvPr>
            <p:ph idx="6" type="body"/>
          </p:nvPr>
        </p:nvSpPr>
        <p:spPr>
          <a:xfrm>
            <a:off x="4928400" y="40428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8" name="Google Shape;268;p21"/>
          <p:cNvSpPr txBox="1"/>
          <p:nvPr>
            <p:ph type="title"/>
          </p:nvPr>
        </p:nvSpPr>
        <p:spPr>
          <a:xfrm>
            <a:off x="482400" y="2314800"/>
            <a:ext cx="347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">
  <p:cSld name="CUSTOM_9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p22"/>
          <p:cNvCxnSpPr/>
          <p:nvPr/>
        </p:nvCxnSpPr>
        <p:spPr>
          <a:xfrm>
            <a:off x="-8675" y="2172725"/>
            <a:ext cx="916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22"/>
          <p:cNvSpPr/>
          <p:nvPr/>
        </p:nvSpPr>
        <p:spPr>
          <a:xfrm>
            <a:off x="223850" y="2004575"/>
            <a:ext cx="1863000" cy="33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2509850" y="2004575"/>
            <a:ext cx="1863000" cy="33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795850" y="2004575"/>
            <a:ext cx="1863000" cy="33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7081850" y="2004575"/>
            <a:ext cx="1863000" cy="33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0" y="-1"/>
            <a:ext cx="924000" cy="9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8045109" y="4044221"/>
            <a:ext cx="606000" cy="60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7830625" y="3830525"/>
            <a:ext cx="214500" cy="2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 txBox="1"/>
          <p:nvPr>
            <p:ph idx="1" type="subTitle"/>
          </p:nvPr>
        </p:nvSpPr>
        <p:spPr>
          <a:xfrm>
            <a:off x="223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9" name="Google Shape;279;p22"/>
          <p:cNvSpPr txBox="1"/>
          <p:nvPr>
            <p:ph idx="2" type="body"/>
          </p:nvPr>
        </p:nvSpPr>
        <p:spPr>
          <a:xfrm>
            <a:off x="223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0" name="Google Shape;280;p22"/>
          <p:cNvSpPr txBox="1"/>
          <p:nvPr>
            <p:ph idx="3" type="subTitle"/>
          </p:nvPr>
        </p:nvSpPr>
        <p:spPr>
          <a:xfrm>
            <a:off x="2509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1" name="Google Shape;281;p22"/>
          <p:cNvSpPr txBox="1"/>
          <p:nvPr>
            <p:ph idx="4" type="body"/>
          </p:nvPr>
        </p:nvSpPr>
        <p:spPr>
          <a:xfrm>
            <a:off x="2509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2" name="Google Shape;282;p22"/>
          <p:cNvSpPr txBox="1"/>
          <p:nvPr>
            <p:ph idx="5" type="subTitle"/>
          </p:nvPr>
        </p:nvSpPr>
        <p:spPr>
          <a:xfrm>
            <a:off x="4795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3" name="Google Shape;283;p22"/>
          <p:cNvSpPr txBox="1"/>
          <p:nvPr>
            <p:ph idx="6" type="body"/>
          </p:nvPr>
        </p:nvSpPr>
        <p:spPr>
          <a:xfrm>
            <a:off x="4795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4" name="Google Shape;284;p22"/>
          <p:cNvSpPr txBox="1"/>
          <p:nvPr>
            <p:ph idx="7" type="subTitle"/>
          </p:nvPr>
        </p:nvSpPr>
        <p:spPr>
          <a:xfrm>
            <a:off x="7081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8" type="body"/>
          </p:nvPr>
        </p:nvSpPr>
        <p:spPr>
          <a:xfrm>
            <a:off x="7081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6" name="Google Shape;286;p22"/>
          <p:cNvSpPr txBox="1"/>
          <p:nvPr>
            <p:ph type="title"/>
          </p:nvPr>
        </p:nvSpPr>
        <p:spPr>
          <a:xfrm>
            <a:off x="1339225" y="888075"/>
            <a:ext cx="6471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Bio Slide v1">
  <p:cSld name="CUSTOM_10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/>
          <p:nvPr/>
        </p:nvSpPr>
        <p:spPr>
          <a:xfrm>
            <a:off x="3332075" y="796200"/>
            <a:ext cx="5448900" cy="355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157750" y="0"/>
            <a:ext cx="800100" cy="79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/>
          <p:nvPr>
            <p:ph idx="2" type="pic"/>
          </p:nvPr>
        </p:nvSpPr>
        <p:spPr>
          <a:xfrm>
            <a:off x="957600" y="799200"/>
            <a:ext cx="2894400" cy="28944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23"/>
          <p:cNvSpPr/>
          <p:nvPr/>
        </p:nvSpPr>
        <p:spPr>
          <a:xfrm>
            <a:off x="551625" y="3422575"/>
            <a:ext cx="2892600" cy="118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3"/>
          <p:cNvSpPr txBox="1"/>
          <p:nvPr>
            <p:ph type="title"/>
          </p:nvPr>
        </p:nvSpPr>
        <p:spPr>
          <a:xfrm>
            <a:off x="4230000" y="1033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1" type="body"/>
          </p:nvPr>
        </p:nvSpPr>
        <p:spPr>
          <a:xfrm>
            <a:off x="4230000" y="1717200"/>
            <a:ext cx="432720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3" type="subTitle"/>
          </p:nvPr>
        </p:nvSpPr>
        <p:spPr>
          <a:xfrm>
            <a:off x="756675" y="3541450"/>
            <a:ext cx="2482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5" name="Google Shape;295;p23"/>
          <p:cNvSpPr txBox="1"/>
          <p:nvPr>
            <p:ph idx="4" type="body"/>
          </p:nvPr>
        </p:nvSpPr>
        <p:spPr>
          <a:xfrm>
            <a:off x="756675" y="4031807"/>
            <a:ext cx="2482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Bio Slide v2">
  <p:cSld name="CUSTOM_1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/>
          <p:nvPr/>
        </p:nvSpPr>
        <p:spPr>
          <a:xfrm>
            <a:off x="0" y="-10800"/>
            <a:ext cx="6821400" cy="18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6821425" y="3703675"/>
            <a:ext cx="2322600" cy="14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58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/>
          <p:nvPr/>
        </p:nvSpPr>
        <p:spPr>
          <a:xfrm rot="10800000">
            <a:off x="1140600" y="3788549"/>
            <a:ext cx="242400" cy="24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/>
          <p:nvPr>
            <p:ph idx="2" type="pic"/>
          </p:nvPr>
        </p:nvSpPr>
        <p:spPr>
          <a:xfrm>
            <a:off x="6819600" y="-9500"/>
            <a:ext cx="2322600" cy="371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24"/>
          <p:cNvSpPr txBox="1"/>
          <p:nvPr>
            <p:ph idx="1" type="subTitle"/>
          </p:nvPr>
        </p:nvSpPr>
        <p:spPr>
          <a:xfrm>
            <a:off x="7014300" y="3925963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3" type="body"/>
          </p:nvPr>
        </p:nvSpPr>
        <p:spPr>
          <a:xfrm>
            <a:off x="7014300" y="4435078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type="title"/>
          </p:nvPr>
        </p:nvSpPr>
        <p:spPr>
          <a:xfrm>
            <a:off x="349200" y="522800"/>
            <a:ext cx="6267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24"/>
          <p:cNvSpPr txBox="1"/>
          <p:nvPr>
            <p:ph idx="4" type="body"/>
          </p:nvPr>
        </p:nvSpPr>
        <p:spPr>
          <a:xfrm>
            <a:off x="349200" y="1984575"/>
            <a:ext cx="6267600" cy="2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Bio Slide v3">
  <p:cSld name="CUSTOM_12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/>
          <p:nvPr/>
        </p:nvSpPr>
        <p:spPr>
          <a:xfrm>
            <a:off x="152100" y="1006800"/>
            <a:ext cx="2132400" cy="121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5"/>
          <p:cNvSpPr/>
          <p:nvPr/>
        </p:nvSpPr>
        <p:spPr>
          <a:xfrm rot="10800000">
            <a:off x="1491250" y="3937108"/>
            <a:ext cx="793200" cy="789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5"/>
          <p:cNvSpPr/>
          <p:nvPr/>
        </p:nvSpPr>
        <p:spPr>
          <a:xfrm rot="10800000">
            <a:off x="1072974" y="4727100"/>
            <a:ext cx="418200" cy="41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5"/>
          <p:cNvSpPr/>
          <p:nvPr/>
        </p:nvSpPr>
        <p:spPr>
          <a:xfrm rot="10800000">
            <a:off x="8133001" y="0"/>
            <a:ext cx="1011000" cy="100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5"/>
          <p:cNvSpPr/>
          <p:nvPr>
            <p:ph idx="2" type="pic"/>
          </p:nvPr>
        </p:nvSpPr>
        <p:spPr>
          <a:xfrm>
            <a:off x="2286000" y="2224800"/>
            <a:ext cx="1918800" cy="17136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25"/>
          <p:cNvSpPr txBox="1"/>
          <p:nvPr>
            <p:ph type="title"/>
          </p:nvPr>
        </p:nvSpPr>
        <p:spPr>
          <a:xfrm>
            <a:off x="4356000" y="1231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13" name="Google Shape;313;p25"/>
          <p:cNvSpPr txBox="1"/>
          <p:nvPr>
            <p:ph idx="1" type="body"/>
          </p:nvPr>
        </p:nvSpPr>
        <p:spPr>
          <a:xfrm>
            <a:off x="4356000" y="1828800"/>
            <a:ext cx="4327200" cy="20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4" name="Google Shape;314;p25"/>
          <p:cNvSpPr txBox="1"/>
          <p:nvPr>
            <p:ph idx="3" type="subTitle"/>
          </p:nvPr>
        </p:nvSpPr>
        <p:spPr>
          <a:xfrm>
            <a:off x="251700" y="1123188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4" type="body"/>
          </p:nvPr>
        </p:nvSpPr>
        <p:spPr>
          <a:xfrm>
            <a:off x="251700" y="1632303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v1">
  <p:cSld name="CUSTOM_13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/>
          <p:nvPr/>
        </p:nvSpPr>
        <p:spPr>
          <a:xfrm>
            <a:off x="6893725" y="2893800"/>
            <a:ext cx="2250900" cy="223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8459400" y="0"/>
            <a:ext cx="684600" cy="6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4015800" y="4451250"/>
            <a:ext cx="684600" cy="6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3667025" y="4104000"/>
            <a:ext cx="348900" cy="34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/>
          <p:nvPr>
            <p:ph idx="2" type="pic"/>
          </p:nvPr>
        </p:nvSpPr>
        <p:spPr>
          <a:xfrm>
            <a:off x="4701600" y="691200"/>
            <a:ext cx="3758400" cy="375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26"/>
          <p:cNvSpPr txBox="1"/>
          <p:nvPr>
            <p:ph type="title"/>
          </p:nvPr>
        </p:nvSpPr>
        <p:spPr>
          <a:xfrm>
            <a:off x="327600" y="691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23" name="Google Shape;323;p26"/>
          <p:cNvSpPr txBox="1"/>
          <p:nvPr>
            <p:ph idx="1" type="body"/>
          </p:nvPr>
        </p:nvSpPr>
        <p:spPr>
          <a:xfrm>
            <a:off x="439200" y="17352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4" name="Google Shape;324;p26"/>
          <p:cNvSpPr txBox="1"/>
          <p:nvPr/>
        </p:nvSpPr>
        <p:spPr>
          <a:xfrm>
            <a:off x="438446" y="2343882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Email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438446" y="3211052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Site Link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6" name="Google Shape;326;p26"/>
          <p:cNvSpPr txBox="1"/>
          <p:nvPr>
            <p:ph idx="3" type="body"/>
          </p:nvPr>
        </p:nvSpPr>
        <p:spPr>
          <a:xfrm>
            <a:off x="439200" y="26028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7" name="Google Shape;327;p26"/>
          <p:cNvSpPr txBox="1"/>
          <p:nvPr/>
        </p:nvSpPr>
        <p:spPr>
          <a:xfrm>
            <a:off x="438446" y="1476713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Number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8" name="Google Shape;328;p26"/>
          <p:cNvSpPr txBox="1"/>
          <p:nvPr>
            <p:ph idx="4" type="body"/>
          </p:nvPr>
        </p:nvSpPr>
        <p:spPr>
          <a:xfrm>
            <a:off x="439200" y="34704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v2">
  <p:cSld name="CUSTOM_14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/>
          <p:nvPr/>
        </p:nvSpPr>
        <p:spPr>
          <a:xfrm>
            <a:off x="7529401" y="353850"/>
            <a:ext cx="1614600" cy="160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7173980" y="0"/>
            <a:ext cx="355500" cy="353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7"/>
          <p:cNvSpPr/>
          <p:nvPr>
            <p:ph idx="2" type="pic"/>
          </p:nvPr>
        </p:nvSpPr>
        <p:spPr>
          <a:xfrm>
            <a:off x="4334400" y="1962000"/>
            <a:ext cx="3196800" cy="3182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27"/>
          <p:cNvSpPr txBox="1"/>
          <p:nvPr>
            <p:ph type="title"/>
          </p:nvPr>
        </p:nvSpPr>
        <p:spPr>
          <a:xfrm>
            <a:off x="4402800" y="918000"/>
            <a:ext cx="3013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34" name="Google Shape;334;p27"/>
          <p:cNvSpPr txBox="1"/>
          <p:nvPr/>
        </p:nvSpPr>
        <p:spPr>
          <a:xfrm>
            <a:off x="516830" y="73005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Number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516830" y="159722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Email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516830" y="246438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Site Link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516830" y="333155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Address</a:t>
            </a:r>
            <a:endParaRPr b="0" i="0" sz="14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8" name="Google Shape;338;p27"/>
          <p:cNvSpPr txBox="1"/>
          <p:nvPr>
            <p:ph idx="1" type="body"/>
          </p:nvPr>
        </p:nvSpPr>
        <p:spPr>
          <a:xfrm>
            <a:off x="514800" y="9900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9" name="Google Shape;339;p27"/>
          <p:cNvSpPr txBox="1"/>
          <p:nvPr>
            <p:ph idx="3" type="body"/>
          </p:nvPr>
        </p:nvSpPr>
        <p:spPr>
          <a:xfrm>
            <a:off x="514800" y="18576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0" name="Google Shape;340;p27"/>
          <p:cNvSpPr txBox="1"/>
          <p:nvPr>
            <p:ph idx="4" type="body"/>
          </p:nvPr>
        </p:nvSpPr>
        <p:spPr>
          <a:xfrm>
            <a:off x="514800" y="27252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1" name="Google Shape;341;p27"/>
          <p:cNvSpPr txBox="1"/>
          <p:nvPr>
            <p:ph idx="5" type="body"/>
          </p:nvPr>
        </p:nvSpPr>
        <p:spPr>
          <a:xfrm>
            <a:off x="514800" y="3589200"/>
            <a:ext cx="33228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15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6877083" y="2876224"/>
            <a:ext cx="1615800" cy="160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0" y="4787813"/>
            <a:ext cx="9144000" cy="3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361436" y="365681"/>
            <a:ext cx="2036400" cy="202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8"/>
          <p:cNvSpPr txBox="1"/>
          <p:nvPr>
            <p:ph type="title"/>
          </p:nvPr>
        </p:nvSpPr>
        <p:spPr>
          <a:xfrm>
            <a:off x="2885325" y="1859425"/>
            <a:ext cx="36462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b="1" sz="45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47" name="Google Shape;347;p28"/>
          <p:cNvSpPr txBox="1"/>
          <p:nvPr>
            <p:ph idx="2" type="title"/>
          </p:nvPr>
        </p:nvSpPr>
        <p:spPr>
          <a:xfrm>
            <a:off x="2885354" y="2746477"/>
            <a:ext cx="36462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SemiBold"/>
              <a:buNone/>
              <a:defRPr b="0" sz="14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8" name="Google Shape;348;p28"/>
          <p:cNvSpPr/>
          <p:nvPr/>
        </p:nvSpPr>
        <p:spPr>
          <a:xfrm>
            <a:off x="8492822" y="4471946"/>
            <a:ext cx="365400" cy="36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1 ">
  <p:cSld name="CUSTOM_16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/>
          <p:nvPr/>
        </p:nvSpPr>
        <p:spPr>
          <a:xfrm>
            <a:off x="4368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480775" y="2045725"/>
            <a:ext cx="4914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01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52" name="Google Shape;352;p29"/>
          <p:cNvSpPr txBox="1"/>
          <p:nvPr>
            <p:ph idx="1" type="subTitle"/>
          </p:nvPr>
        </p:nvSpPr>
        <p:spPr>
          <a:xfrm>
            <a:off x="10960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53" name="Google Shape;353;p29"/>
          <p:cNvSpPr txBox="1"/>
          <p:nvPr>
            <p:ph idx="2" type="body"/>
          </p:nvPr>
        </p:nvSpPr>
        <p:spPr>
          <a:xfrm>
            <a:off x="10960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4" name="Google Shape;354;p29"/>
          <p:cNvSpPr/>
          <p:nvPr/>
        </p:nvSpPr>
        <p:spPr>
          <a:xfrm>
            <a:off x="33197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3319875" y="204572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56" name="Google Shape;356;p29"/>
          <p:cNvSpPr txBox="1"/>
          <p:nvPr>
            <p:ph idx="3" type="subTitle"/>
          </p:nvPr>
        </p:nvSpPr>
        <p:spPr>
          <a:xfrm>
            <a:off x="39789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57" name="Google Shape;357;p29"/>
          <p:cNvSpPr txBox="1"/>
          <p:nvPr>
            <p:ph idx="4" type="body"/>
          </p:nvPr>
        </p:nvSpPr>
        <p:spPr>
          <a:xfrm>
            <a:off x="39789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8" name="Google Shape;358;p29"/>
          <p:cNvSpPr/>
          <p:nvPr/>
        </p:nvSpPr>
        <p:spPr>
          <a:xfrm>
            <a:off x="62026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6202475" y="204572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60" name="Google Shape;360;p29"/>
          <p:cNvSpPr txBox="1"/>
          <p:nvPr>
            <p:ph idx="5" type="subTitle"/>
          </p:nvPr>
        </p:nvSpPr>
        <p:spPr>
          <a:xfrm>
            <a:off x="68618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61" name="Google Shape;361;p29"/>
          <p:cNvSpPr txBox="1"/>
          <p:nvPr>
            <p:ph idx="6" type="body"/>
          </p:nvPr>
        </p:nvSpPr>
        <p:spPr>
          <a:xfrm>
            <a:off x="68618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2" name="Google Shape;362;p29"/>
          <p:cNvSpPr txBox="1"/>
          <p:nvPr>
            <p:ph type="title"/>
          </p:nvPr>
        </p:nvSpPr>
        <p:spPr>
          <a:xfrm>
            <a:off x="427950" y="813900"/>
            <a:ext cx="82881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63" name="Google Shape;363;p29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7881374" y="-1153"/>
            <a:ext cx="1280400" cy="1274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2">
  <p:cSld name="CUSTOM_17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"/>
          <p:cNvSpPr/>
          <p:nvPr/>
        </p:nvSpPr>
        <p:spPr>
          <a:xfrm>
            <a:off x="1362113" y="17623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1362275" y="19000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68" name="Google Shape;368;p30"/>
          <p:cNvSpPr txBox="1"/>
          <p:nvPr>
            <p:ph idx="1" type="subTitle"/>
          </p:nvPr>
        </p:nvSpPr>
        <p:spPr>
          <a:xfrm>
            <a:off x="720263" y="2352013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69" name="Google Shape;369;p30"/>
          <p:cNvSpPr txBox="1"/>
          <p:nvPr>
            <p:ph idx="2" type="body"/>
          </p:nvPr>
        </p:nvSpPr>
        <p:spPr>
          <a:xfrm>
            <a:off x="720263" y="2930363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0" name="Google Shape;370;p30"/>
          <p:cNvSpPr/>
          <p:nvPr/>
        </p:nvSpPr>
        <p:spPr>
          <a:xfrm>
            <a:off x="4018238" y="1761750"/>
            <a:ext cx="535200" cy="53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1" name="Google Shape;371;p30"/>
          <p:cNvSpPr txBox="1"/>
          <p:nvPr/>
        </p:nvSpPr>
        <p:spPr>
          <a:xfrm>
            <a:off x="4018400" y="1899463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72" name="Google Shape;372;p30"/>
          <p:cNvSpPr txBox="1"/>
          <p:nvPr>
            <p:ph idx="3" type="subTitle"/>
          </p:nvPr>
        </p:nvSpPr>
        <p:spPr>
          <a:xfrm>
            <a:off x="3376388" y="23514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73" name="Google Shape;373;p30"/>
          <p:cNvSpPr txBox="1"/>
          <p:nvPr>
            <p:ph idx="4" type="body"/>
          </p:nvPr>
        </p:nvSpPr>
        <p:spPr>
          <a:xfrm>
            <a:off x="3376388" y="29297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4" name="Google Shape;374;p30"/>
          <p:cNvSpPr/>
          <p:nvPr/>
        </p:nvSpPr>
        <p:spPr>
          <a:xfrm>
            <a:off x="6674363" y="1762338"/>
            <a:ext cx="535200" cy="5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5" name="Google Shape;375;p30"/>
          <p:cNvSpPr txBox="1"/>
          <p:nvPr/>
        </p:nvSpPr>
        <p:spPr>
          <a:xfrm>
            <a:off x="6674525" y="19000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76" name="Google Shape;376;p30"/>
          <p:cNvSpPr txBox="1"/>
          <p:nvPr>
            <p:ph idx="5" type="subTitle"/>
          </p:nvPr>
        </p:nvSpPr>
        <p:spPr>
          <a:xfrm>
            <a:off x="6032513" y="2352013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77" name="Google Shape;377;p30"/>
          <p:cNvSpPr txBox="1"/>
          <p:nvPr>
            <p:ph idx="6" type="body"/>
          </p:nvPr>
        </p:nvSpPr>
        <p:spPr>
          <a:xfrm>
            <a:off x="6032513" y="2930363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8" name="Google Shape;378;p30"/>
          <p:cNvSpPr txBox="1"/>
          <p:nvPr>
            <p:ph type="title"/>
          </p:nvPr>
        </p:nvSpPr>
        <p:spPr>
          <a:xfrm>
            <a:off x="427950" y="813900"/>
            <a:ext cx="82881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79" name="Google Shape;379;p30"/>
          <p:cNvSpPr/>
          <p:nvPr/>
        </p:nvSpPr>
        <p:spPr>
          <a:xfrm>
            <a:off x="0" y="-1150"/>
            <a:ext cx="1088700" cy="108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1088700" y="1082150"/>
            <a:ext cx="261000" cy="25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Agenda slide - v3 ">
  <p:cSld name="CUSTOM_18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/>
          <p:nvPr/>
        </p:nvSpPr>
        <p:spPr>
          <a:xfrm>
            <a:off x="4609713" y="4859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3" name="Google Shape;383;p31"/>
          <p:cNvSpPr txBox="1"/>
          <p:nvPr/>
        </p:nvSpPr>
        <p:spPr>
          <a:xfrm>
            <a:off x="4609875" y="6237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84" name="Google Shape;384;p31"/>
          <p:cNvSpPr txBox="1"/>
          <p:nvPr>
            <p:ph idx="1" type="subTitle"/>
          </p:nvPr>
        </p:nvSpPr>
        <p:spPr>
          <a:xfrm>
            <a:off x="5332475" y="486000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85" name="Google Shape;385;p31"/>
          <p:cNvSpPr txBox="1"/>
          <p:nvPr>
            <p:ph idx="2" type="body"/>
          </p:nvPr>
        </p:nvSpPr>
        <p:spPr>
          <a:xfrm>
            <a:off x="5332475" y="1064350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6" name="Google Shape;386;p31"/>
          <p:cNvSpPr/>
          <p:nvPr/>
        </p:nvSpPr>
        <p:spPr>
          <a:xfrm>
            <a:off x="4610013" y="1885063"/>
            <a:ext cx="535200" cy="5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4610175" y="202277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88" name="Google Shape;388;p31"/>
          <p:cNvSpPr txBox="1"/>
          <p:nvPr>
            <p:ph idx="3" type="subTitle"/>
          </p:nvPr>
        </p:nvSpPr>
        <p:spPr>
          <a:xfrm>
            <a:off x="5332775" y="1885075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89" name="Google Shape;389;p31"/>
          <p:cNvSpPr txBox="1"/>
          <p:nvPr>
            <p:ph idx="4" type="body"/>
          </p:nvPr>
        </p:nvSpPr>
        <p:spPr>
          <a:xfrm>
            <a:off x="5332775" y="2463425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0" name="Google Shape;390;p31"/>
          <p:cNvSpPr/>
          <p:nvPr/>
        </p:nvSpPr>
        <p:spPr>
          <a:xfrm>
            <a:off x="4609863" y="3414038"/>
            <a:ext cx="535200" cy="53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4610025" y="35517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92" name="Google Shape;392;p31"/>
          <p:cNvSpPr txBox="1"/>
          <p:nvPr>
            <p:ph idx="5" type="subTitle"/>
          </p:nvPr>
        </p:nvSpPr>
        <p:spPr>
          <a:xfrm>
            <a:off x="5332625" y="3414050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93" name="Google Shape;393;p31"/>
          <p:cNvSpPr txBox="1"/>
          <p:nvPr>
            <p:ph idx="6" type="body"/>
          </p:nvPr>
        </p:nvSpPr>
        <p:spPr>
          <a:xfrm>
            <a:off x="5332625" y="3992400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4" name="Google Shape;394;p31"/>
          <p:cNvSpPr txBox="1"/>
          <p:nvPr>
            <p:ph type="title"/>
          </p:nvPr>
        </p:nvSpPr>
        <p:spPr>
          <a:xfrm>
            <a:off x="391650" y="483600"/>
            <a:ext cx="35001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95" name="Google Shape;395;p31"/>
          <p:cNvSpPr/>
          <p:nvPr/>
        </p:nvSpPr>
        <p:spPr>
          <a:xfrm>
            <a:off x="0" y="3571200"/>
            <a:ext cx="1580700" cy="157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1580700" y="3158700"/>
            <a:ext cx="414600" cy="41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1">
  <p:cSld name="CUSTOM_19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/>
          <p:nvPr/>
        </p:nvSpPr>
        <p:spPr>
          <a:xfrm>
            <a:off x="3937000" y="13975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3937000" y="138980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3937000" y="263985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3937000" y="388990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4210588" y="4284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3" name="Google Shape;403;p32"/>
          <p:cNvSpPr txBox="1"/>
          <p:nvPr/>
        </p:nvSpPr>
        <p:spPr>
          <a:xfrm>
            <a:off x="4210750" y="5662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04" name="Google Shape;404;p32"/>
          <p:cNvSpPr txBox="1"/>
          <p:nvPr>
            <p:ph idx="1" type="subTitle"/>
          </p:nvPr>
        </p:nvSpPr>
        <p:spPr>
          <a:xfrm>
            <a:off x="4869825" y="26635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05" name="Google Shape;405;p32"/>
          <p:cNvSpPr txBox="1"/>
          <p:nvPr>
            <p:ph idx="2" type="body"/>
          </p:nvPr>
        </p:nvSpPr>
        <p:spPr>
          <a:xfrm>
            <a:off x="4869825" y="63595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6" name="Google Shape;406;p32"/>
          <p:cNvSpPr/>
          <p:nvPr/>
        </p:nvSpPr>
        <p:spPr>
          <a:xfrm>
            <a:off x="4150825" y="16785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7" name="Google Shape;407;p32"/>
          <p:cNvSpPr txBox="1"/>
          <p:nvPr/>
        </p:nvSpPr>
        <p:spPr>
          <a:xfrm>
            <a:off x="4150988" y="18162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08" name="Google Shape;408;p32"/>
          <p:cNvSpPr txBox="1"/>
          <p:nvPr>
            <p:ph idx="3" type="subTitle"/>
          </p:nvPr>
        </p:nvSpPr>
        <p:spPr>
          <a:xfrm>
            <a:off x="4810063" y="151640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09" name="Google Shape;409;p32"/>
          <p:cNvSpPr txBox="1"/>
          <p:nvPr>
            <p:ph idx="4" type="body"/>
          </p:nvPr>
        </p:nvSpPr>
        <p:spPr>
          <a:xfrm>
            <a:off x="4810063" y="188600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0" name="Google Shape;410;p32"/>
          <p:cNvSpPr/>
          <p:nvPr/>
        </p:nvSpPr>
        <p:spPr>
          <a:xfrm>
            <a:off x="4150825" y="29285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1" name="Google Shape;411;p32"/>
          <p:cNvSpPr txBox="1"/>
          <p:nvPr/>
        </p:nvSpPr>
        <p:spPr>
          <a:xfrm>
            <a:off x="4150988" y="30663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12" name="Google Shape;412;p32"/>
          <p:cNvSpPr txBox="1"/>
          <p:nvPr>
            <p:ph idx="5" type="subTitle"/>
          </p:nvPr>
        </p:nvSpPr>
        <p:spPr>
          <a:xfrm>
            <a:off x="4810063" y="276645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13" name="Google Shape;413;p32"/>
          <p:cNvSpPr txBox="1"/>
          <p:nvPr>
            <p:ph idx="6" type="body"/>
          </p:nvPr>
        </p:nvSpPr>
        <p:spPr>
          <a:xfrm>
            <a:off x="4810063" y="313605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4" name="Google Shape;414;p32"/>
          <p:cNvSpPr/>
          <p:nvPr/>
        </p:nvSpPr>
        <p:spPr>
          <a:xfrm>
            <a:off x="4150825" y="41786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5" name="Google Shape;415;p32"/>
          <p:cNvSpPr txBox="1"/>
          <p:nvPr/>
        </p:nvSpPr>
        <p:spPr>
          <a:xfrm>
            <a:off x="4150988" y="43163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b="0" i="0" sz="18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16" name="Google Shape;416;p32"/>
          <p:cNvSpPr txBox="1"/>
          <p:nvPr>
            <p:ph idx="7" type="subTitle"/>
          </p:nvPr>
        </p:nvSpPr>
        <p:spPr>
          <a:xfrm>
            <a:off x="4810063" y="401650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17" name="Google Shape;417;p32"/>
          <p:cNvSpPr txBox="1"/>
          <p:nvPr>
            <p:ph idx="8" type="body"/>
          </p:nvPr>
        </p:nvSpPr>
        <p:spPr>
          <a:xfrm>
            <a:off x="4810063" y="438610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8" name="Google Shape;418;p32"/>
          <p:cNvSpPr txBox="1"/>
          <p:nvPr>
            <p:ph type="title"/>
          </p:nvPr>
        </p:nvSpPr>
        <p:spPr>
          <a:xfrm>
            <a:off x="464225" y="2301750"/>
            <a:ext cx="3019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19" name="Google Shape;419;p32"/>
          <p:cNvSpPr/>
          <p:nvPr/>
        </p:nvSpPr>
        <p:spPr>
          <a:xfrm flipH="1" rot="10800000">
            <a:off x="0" y="-4"/>
            <a:ext cx="1041900" cy="103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2"/>
          <p:cNvSpPr/>
          <p:nvPr/>
        </p:nvSpPr>
        <p:spPr>
          <a:xfrm flipH="1" rot="10800000">
            <a:off x="1042036" y="1036625"/>
            <a:ext cx="273300" cy="27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2 ">
  <p:cSld name="CUSTOM_20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/>
          <p:nvPr/>
        </p:nvSpPr>
        <p:spPr>
          <a:xfrm>
            <a:off x="353775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2516757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4679738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6842720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3"/>
          <p:cNvSpPr txBox="1"/>
          <p:nvPr>
            <p:ph idx="1" type="subTitle"/>
          </p:nvPr>
        </p:nvSpPr>
        <p:spPr>
          <a:xfrm>
            <a:off x="353775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27" name="Google Shape;427;p33"/>
          <p:cNvSpPr txBox="1"/>
          <p:nvPr>
            <p:ph idx="2" type="body"/>
          </p:nvPr>
        </p:nvSpPr>
        <p:spPr>
          <a:xfrm>
            <a:off x="353775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8" name="Google Shape;428;p33"/>
          <p:cNvSpPr/>
          <p:nvPr/>
        </p:nvSpPr>
        <p:spPr>
          <a:xfrm>
            <a:off x="353776" y="1451039"/>
            <a:ext cx="468900" cy="4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9" name="Google Shape;429;p33"/>
          <p:cNvSpPr txBox="1"/>
          <p:nvPr/>
        </p:nvSpPr>
        <p:spPr>
          <a:xfrm>
            <a:off x="353919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0" name="Google Shape;430;p33"/>
          <p:cNvSpPr txBox="1"/>
          <p:nvPr>
            <p:ph idx="3" type="subTitle"/>
          </p:nvPr>
        </p:nvSpPr>
        <p:spPr>
          <a:xfrm>
            <a:off x="2516763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31" name="Google Shape;431;p33"/>
          <p:cNvSpPr txBox="1"/>
          <p:nvPr>
            <p:ph idx="4" type="body"/>
          </p:nvPr>
        </p:nvSpPr>
        <p:spPr>
          <a:xfrm>
            <a:off x="2516763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2" name="Google Shape;432;p33"/>
          <p:cNvSpPr/>
          <p:nvPr/>
        </p:nvSpPr>
        <p:spPr>
          <a:xfrm>
            <a:off x="2516764" y="1451039"/>
            <a:ext cx="468900" cy="46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3" name="Google Shape;433;p33"/>
          <p:cNvSpPr txBox="1"/>
          <p:nvPr/>
        </p:nvSpPr>
        <p:spPr>
          <a:xfrm>
            <a:off x="2516906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4" name="Google Shape;434;p33"/>
          <p:cNvSpPr txBox="1"/>
          <p:nvPr>
            <p:ph idx="5" type="subTitle"/>
          </p:nvPr>
        </p:nvSpPr>
        <p:spPr>
          <a:xfrm>
            <a:off x="4679750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35" name="Google Shape;435;p33"/>
          <p:cNvSpPr txBox="1"/>
          <p:nvPr>
            <p:ph idx="6" type="body"/>
          </p:nvPr>
        </p:nvSpPr>
        <p:spPr>
          <a:xfrm>
            <a:off x="4679750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6" name="Google Shape;436;p33"/>
          <p:cNvSpPr/>
          <p:nvPr/>
        </p:nvSpPr>
        <p:spPr>
          <a:xfrm>
            <a:off x="4679751" y="1451039"/>
            <a:ext cx="468900" cy="4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7" name="Google Shape;437;p33"/>
          <p:cNvSpPr txBox="1"/>
          <p:nvPr/>
        </p:nvSpPr>
        <p:spPr>
          <a:xfrm>
            <a:off x="4679894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8" name="Google Shape;438;p33"/>
          <p:cNvSpPr txBox="1"/>
          <p:nvPr>
            <p:ph idx="7" type="subTitle"/>
          </p:nvPr>
        </p:nvSpPr>
        <p:spPr>
          <a:xfrm>
            <a:off x="6842750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39" name="Google Shape;439;p33"/>
          <p:cNvSpPr txBox="1"/>
          <p:nvPr>
            <p:ph idx="8" type="body"/>
          </p:nvPr>
        </p:nvSpPr>
        <p:spPr>
          <a:xfrm>
            <a:off x="6842750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0" name="Google Shape;440;p33"/>
          <p:cNvSpPr/>
          <p:nvPr/>
        </p:nvSpPr>
        <p:spPr>
          <a:xfrm>
            <a:off x="6842751" y="1451039"/>
            <a:ext cx="468900" cy="46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1" name="Google Shape;441;p33"/>
          <p:cNvSpPr txBox="1"/>
          <p:nvPr/>
        </p:nvSpPr>
        <p:spPr>
          <a:xfrm>
            <a:off x="6842894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42" name="Google Shape;442;p33"/>
          <p:cNvSpPr txBox="1"/>
          <p:nvPr>
            <p:ph type="title"/>
          </p:nvPr>
        </p:nvSpPr>
        <p:spPr>
          <a:xfrm>
            <a:off x="353925" y="49410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43" name="Google Shape;443;p33"/>
          <p:cNvSpPr/>
          <p:nvPr/>
        </p:nvSpPr>
        <p:spPr>
          <a:xfrm rot="10800000">
            <a:off x="7576100" y="1775"/>
            <a:ext cx="1323900" cy="126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3"/>
          <p:cNvSpPr/>
          <p:nvPr/>
        </p:nvSpPr>
        <p:spPr>
          <a:xfrm rot="10800000">
            <a:off x="8900000" y="1266000"/>
            <a:ext cx="258900" cy="24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3"/>
          <p:cNvSpPr/>
          <p:nvPr/>
        </p:nvSpPr>
        <p:spPr>
          <a:xfrm rot="10800000">
            <a:off x="539700" y="4434725"/>
            <a:ext cx="747300" cy="71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Agenda slide - v3">
  <p:cSld name="CUSTOM_2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7" name="Google Shape;447;p34"/>
          <p:cNvCxnSpPr/>
          <p:nvPr/>
        </p:nvCxnSpPr>
        <p:spPr>
          <a:xfrm>
            <a:off x="0" y="1714250"/>
            <a:ext cx="930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34"/>
          <p:cNvSpPr/>
          <p:nvPr/>
        </p:nvSpPr>
        <p:spPr>
          <a:xfrm>
            <a:off x="352789" y="1363824"/>
            <a:ext cx="712200" cy="712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2660514" y="1363824"/>
            <a:ext cx="712200" cy="712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4953464" y="1363824"/>
            <a:ext cx="712200" cy="712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7199989" y="1363824"/>
            <a:ext cx="712200" cy="712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352800" y="1363825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22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3" name="Google Shape;453;p34"/>
          <p:cNvSpPr txBox="1"/>
          <p:nvPr/>
        </p:nvSpPr>
        <p:spPr>
          <a:xfrm>
            <a:off x="2653138" y="1363825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22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4" name="Google Shape;454;p34"/>
          <p:cNvSpPr txBox="1"/>
          <p:nvPr/>
        </p:nvSpPr>
        <p:spPr>
          <a:xfrm>
            <a:off x="4968238" y="1358150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22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5" name="Google Shape;455;p34"/>
          <p:cNvSpPr txBox="1"/>
          <p:nvPr/>
        </p:nvSpPr>
        <p:spPr>
          <a:xfrm>
            <a:off x="7199988" y="1358150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b="0" i="0" sz="22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6" name="Google Shape;456;p34"/>
          <p:cNvSpPr txBox="1"/>
          <p:nvPr>
            <p:ph idx="1" type="subTitle"/>
          </p:nvPr>
        </p:nvSpPr>
        <p:spPr>
          <a:xfrm>
            <a:off x="352800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57" name="Google Shape;457;p34"/>
          <p:cNvSpPr txBox="1"/>
          <p:nvPr>
            <p:ph idx="2" type="body"/>
          </p:nvPr>
        </p:nvSpPr>
        <p:spPr>
          <a:xfrm>
            <a:off x="352800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8" name="Google Shape;458;p34"/>
          <p:cNvSpPr txBox="1"/>
          <p:nvPr>
            <p:ph idx="3" type="subTitle"/>
          </p:nvPr>
        </p:nvSpPr>
        <p:spPr>
          <a:xfrm>
            <a:off x="2660519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59" name="Google Shape;459;p34"/>
          <p:cNvSpPr txBox="1"/>
          <p:nvPr>
            <p:ph idx="4" type="body"/>
          </p:nvPr>
        </p:nvSpPr>
        <p:spPr>
          <a:xfrm>
            <a:off x="2660519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0" name="Google Shape;460;p34"/>
          <p:cNvSpPr txBox="1"/>
          <p:nvPr>
            <p:ph idx="5" type="subTitle"/>
          </p:nvPr>
        </p:nvSpPr>
        <p:spPr>
          <a:xfrm>
            <a:off x="4953475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61" name="Google Shape;461;p34"/>
          <p:cNvSpPr txBox="1"/>
          <p:nvPr>
            <p:ph idx="6" type="body"/>
          </p:nvPr>
        </p:nvSpPr>
        <p:spPr>
          <a:xfrm>
            <a:off x="4953475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2" name="Google Shape;462;p34"/>
          <p:cNvSpPr txBox="1"/>
          <p:nvPr>
            <p:ph idx="7" type="subTitle"/>
          </p:nvPr>
        </p:nvSpPr>
        <p:spPr>
          <a:xfrm>
            <a:off x="7200007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63" name="Google Shape;463;p34"/>
          <p:cNvSpPr txBox="1"/>
          <p:nvPr>
            <p:ph idx="8" type="body"/>
          </p:nvPr>
        </p:nvSpPr>
        <p:spPr>
          <a:xfrm>
            <a:off x="7200007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4" name="Google Shape;464;p34"/>
          <p:cNvSpPr txBox="1"/>
          <p:nvPr>
            <p:ph type="title"/>
          </p:nvPr>
        </p:nvSpPr>
        <p:spPr>
          <a:xfrm>
            <a:off x="353925" y="49410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65" name="Google Shape;465;p34"/>
          <p:cNvSpPr/>
          <p:nvPr/>
        </p:nvSpPr>
        <p:spPr>
          <a:xfrm rot="10800000">
            <a:off x="6" y="3982616"/>
            <a:ext cx="1052700" cy="10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4"/>
          <p:cNvSpPr/>
          <p:nvPr/>
        </p:nvSpPr>
        <p:spPr>
          <a:xfrm rot="10800000">
            <a:off x="1052747" y="4987675"/>
            <a:ext cx="205800" cy="19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4"/>
          <p:cNvSpPr/>
          <p:nvPr/>
        </p:nvSpPr>
        <p:spPr>
          <a:xfrm rot="10800000">
            <a:off x="8091306" y="-9"/>
            <a:ext cx="1052700" cy="100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1">
  <p:cSld name="CUSTOM_22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"/>
          <p:cNvSpPr/>
          <p:nvPr/>
        </p:nvSpPr>
        <p:spPr>
          <a:xfrm>
            <a:off x="356312" y="1355968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5"/>
          <p:cNvSpPr/>
          <p:nvPr/>
        </p:nvSpPr>
        <p:spPr>
          <a:xfrm rot="10800000">
            <a:off x="356582" y="1355848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5"/>
          <p:cNvSpPr txBox="1"/>
          <p:nvPr/>
        </p:nvSpPr>
        <p:spPr>
          <a:xfrm>
            <a:off x="429818" y="1430161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1" i="0" sz="11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35"/>
          <p:cNvSpPr txBox="1"/>
          <p:nvPr>
            <p:ph idx="1" type="subTitle"/>
          </p:nvPr>
        </p:nvSpPr>
        <p:spPr>
          <a:xfrm>
            <a:off x="461118" y="2287725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73" name="Google Shape;473;p35"/>
          <p:cNvSpPr txBox="1"/>
          <p:nvPr>
            <p:ph idx="2" type="body"/>
          </p:nvPr>
        </p:nvSpPr>
        <p:spPr>
          <a:xfrm>
            <a:off x="461118" y="3005901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4" name="Google Shape;474;p35"/>
          <p:cNvSpPr/>
          <p:nvPr/>
        </p:nvSpPr>
        <p:spPr>
          <a:xfrm>
            <a:off x="2064833" y="135599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5"/>
          <p:cNvSpPr/>
          <p:nvPr/>
        </p:nvSpPr>
        <p:spPr>
          <a:xfrm rot="10800000">
            <a:off x="2065103" y="135587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2138339" y="143018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b="1" i="0" sz="11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35"/>
          <p:cNvSpPr txBox="1"/>
          <p:nvPr>
            <p:ph idx="3" type="subTitle"/>
          </p:nvPr>
        </p:nvSpPr>
        <p:spPr>
          <a:xfrm>
            <a:off x="2170519" y="2287739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78" name="Google Shape;478;p35"/>
          <p:cNvSpPr txBox="1"/>
          <p:nvPr>
            <p:ph idx="4" type="body"/>
          </p:nvPr>
        </p:nvSpPr>
        <p:spPr>
          <a:xfrm>
            <a:off x="2170519" y="3005879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9" name="Google Shape;479;p35"/>
          <p:cNvSpPr/>
          <p:nvPr/>
        </p:nvSpPr>
        <p:spPr>
          <a:xfrm>
            <a:off x="3773329" y="1355980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5"/>
          <p:cNvSpPr/>
          <p:nvPr/>
        </p:nvSpPr>
        <p:spPr>
          <a:xfrm rot="10800000">
            <a:off x="3773599" y="1355861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5"/>
          <p:cNvSpPr txBox="1"/>
          <p:nvPr/>
        </p:nvSpPr>
        <p:spPr>
          <a:xfrm>
            <a:off x="3846834" y="1430173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b="1" i="0" sz="11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5"/>
          <p:cNvSpPr txBox="1"/>
          <p:nvPr>
            <p:ph idx="5" type="subTitle"/>
          </p:nvPr>
        </p:nvSpPr>
        <p:spPr>
          <a:xfrm>
            <a:off x="3879029" y="2287736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83" name="Google Shape;483;p35"/>
          <p:cNvSpPr txBox="1"/>
          <p:nvPr>
            <p:ph idx="6" type="body"/>
          </p:nvPr>
        </p:nvSpPr>
        <p:spPr>
          <a:xfrm>
            <a:off x="3879029" y="3005876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4" name="Google Shape;484;p35"/>
          <p:cNvSpPr/>
          <p:nvPr/>
        </p:nvSpPr>
        <p:spPr>
          <a:xfrm>
            <a:off x="5481850" y="135599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5"/>
          <p:cNvSpPr/>
          <p:nvPr/>
        </p:nvSpPr>
        <p:spPr>
          <a:xfrm rot="10800000">
            <a:off x="5482120" y="135587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5"/>
          <p:cNvSpPr txBox="1"/>
          <p:nvPr/>
        </p:nvSpPr>
        <p:spPr>
          <a:xfrm>
            <a:off x="5555355" y="143018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b="1" i="0" sz="11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35"/>
          <p:cNvSpPr txBox="1"/>
          <p:nvPr>
            <p:ph idx="7" type="subTitle"/>
          </p:nvPr>
        </p:nvSpPr>
        <p:spPr>
          <a:xfrm>
            <a:off x="5588430" y="2287154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88" name="Google Shape;488;p35"/>
          <p:cNvSpPr txBox="1"/>
          <p:nvPr>
            <p:ph idx="8" type="body"/>
          </p:nvPr>
        </p:nvSpPr>
        <p:spPr>
          <a:xfrm>
            <a:off x="5588430" y="3005294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9" name="Google Shape;489;p35"/>
          <p:cNvSpPr/>
          <p:nvPr/>
        </p:nvSpPr>
        <p:spPr>
          <a:xfrm>
            <a:off x="7190345" y="135627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5"/>
          <p:cNvSpPr/>
          <p:nvPr/>
        </p:nvSpPr>
        <p:spPr>
          <a:xfrm rot="10800000">
            <a:off x="7190615" y="135615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5"/>
          <p:cNvSpPr txBox="1"/>
          <p:nvPr/>
        </p:nvSpPr>
        <p:spPr>
          <a:xfrm>
            <a:off x="7263851" y="143046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 b="1" i="0" sz="11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35"/>
          <p:cNvSpPr txBox="1"/>
          <p:nvPr>
            <p:ph idx="9" type="subTitle"/>
          </p:nvPr>
        </p:nvSpPr>
        <p:spPr>
          <a:xfrm>
            <a:off x="7296024" y="2287444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93" name="Google Shape;493;p35"/>
          <p:cNvSpPr txBox="1"/>
          <p:nvPr>
            <p:ph idx="13" type="body"/>
          </p:nvPr>
        </p:nvSpPr>
        <p:spPr>
          <a:xfrm>
            <a:off x="7296024" y="3005572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4" name="Google Shape;494;p35"/>
          <p:cNvSpPr txBox="1"/>
          <p:nvPr>
            <p:ph type="title"/>
          </p:nvPr>
        </p:nvSpPr>
        <p:spPr>
          <a:xfrm>
            <a:off x="344850" y="70275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95" name="Google Shape;495;p35"/>
          <p:cNvSpPr/>
          <p:nvPr/>
        </p:nvSpPr>
        <p:spPr>
          <a:xfrm>
            <a:off x="0" y="239138"/>
            <a:ext cx="1128000" cy="112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5"/>
          <p:cNvSpPr/>
          <p:nvPr/>
        </p:nvSpPr>
        <p:spPr>
          <a:xfrm rot="10800000">
            <a:off x="1128300" y="38"/>
            <a:ext cx="239700" cy="23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2">
  <p:cSld name="CUSTOM_23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/>
          <p:nvPr/>
        </p:nvSpPr>
        <p:spPr>
          <a:xfrm>
            <a:off x="1038562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1038725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00" name="Google Shape;500;p36"/>
          <p:cNvSpPr txBox="1"/>
          <p:nvPr>
            <p:ph idx="1" type="subTitle"/>
          </p:nvPr>
        </p:nvSpPr>
        <p:spPr>
          <a:xfrm>
            <a:off x="582800" y="200946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01" name="Google Shape;501;p36"/>
          <p:cNvSpPr txBox="1"/>
          <p:nvPr>
            <p:ph idx="2" type="body"/>
          </p:nvPr>
        </p:nvSpPr>
        <p:spPr>
          <a:xfrm>
            <a:off x="582800" y="254616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2" name="Google Shape;502;p36"/>
          <p:cNvSpPr txBox="1"/>
          <p:nvPr>
            <p:ph idx="3" type="subTitle"/>
          </p:nvPr>
        </p:nvSpPr>
        <p:spPr>
          <a:xfrm>
            <a:off x="2219725" y="286241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03" name="Google Shape;503;p36"/>
          <p:cNvSpPr txBox="1"/>
          <p:nvPr>
            <p:ph idx="4" type="body"/>
          </p:nvPr>
        </p:nvSpPr>
        <p:spPr>
          <a:xfrm>
            <a:off x="2219725" y="339911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4" name="Google Shape;504;p36"/>
          <p:cNvSpPr txBox="1"/>
          <p:nvPr>
            <p:ph idx="5" type="subTitle"/>
          </p:nvPr>
        </p:nvSpPr>
        <p:spPr>
          <a:xfrm>
            <a:off x="3856650" y="200946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05" name="Google Shape;505;p36"/>
          <p:cNvSpPr txBox="1"/>
          <p:nvPr>
            <p:ph idx="6" type="body"/>
          </p:nvPr>
        </p:nvSpPr>
        <p:spPr>
          <a:xfrm>
            <a:off x="3856650" y="254616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6" name="Google Shape;506;p36"/>
          <p:cNvSpPr txBox="1"/>
          <p:nvPr>
            <p:ph idx="7" type="subTitle"/>
          </p:nvPr>
        </p:nvSpPr>
        <p:spPr>
          <a:xfrm>
            <a:off x="5493575" y="286241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07" name="Google Shape;507;p36"/>
          <p:cNvSpPr txBox="1"/>
          <p:nvPr>
            <p:ph idx="8" type="body"/>
          </p:nvPr>
        </p:nvSpPr>
        <p:spPr>
          <a:xfrm>
            <a:off x="5493575" y="339911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8" name="Google Shape;508;p36"/>
          <p:cNvSpPr txBox="1"/>
          <p:nvPr>
            <p:ph idx="9" type="subTitle"/>
          </p:nvPr>
        </p:nvSpPr>
        <p:spPr>
          <a:xfrm>
            <a:off x="7130500" y="2010038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09" name="Google Shape;509;p36"/>
          <p:cNvSpPr txBox="1"/>
          <p:nvPr>
            <p:ph idx="13" type="body"/>
          </p:nvPr>
        </p:nvSpPr>
        <p:spPr>
          <a:xfrm>
            <a:off x="7130500" y="2546738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10" name="Google Shape;510;p36"/>
          <p:cNvSpPr/>
          <p:nvPr/>
        </p:nvSpPr>
        <p:spPr>
          <a:xfrm>
            <a:off x="2675500" y="230282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1" name="Google Shape;511;p36"/>
          <p:cNvSpPr txBox="1"/>
          <p:nvPr/>
        </p:nvSpPr>
        <p:spPr>
          <a:xfrm>
            <a:off x="2675663" y="244096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4312425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3" name="Google Shape;513;p36"/>
          <p:cNvSpPr txBox="1"/>
          <p:nvPr/>
        </p:nvSpPr>
        <p:spPr>
          <a:xfrm>
            <a:off x="4312588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5949350" y="2303401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5" name="Google Shape;515;p36"/>
          <p:cNvSpPr txBox="1"/>
          <p:nvPr/>
        </p:nvSpPr>
        <p:spPr>
          <a:xfrm>
            <a:off x="5949513" y="2441544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7586487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7586650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05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8" name="Google Shape;518;p36"/>
          <p:cNvSpPr txBox="1"/>
          <p:nvPr>
            <p:ph type="title"/>
          </p:nvPr>
        </p:nvSpPr>
        <p:spPr>
          <a:xfrm>
            <a:off x="344850" y="70275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19" name="Google Shape;519;p36"/>
          <p:cNvSpPr/>
          <p:nvPr/>
        </p:nvSpPr>
        <p:spPr>
          <a:xfrm>
            <a:off x="8384400" y="1"/>
            <a:ext cx="777300" cy="773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Agenda slide - v3">
  <p:cSld name="CUSTOM_24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2" name="Google Shape;522;p37"/>
          <p:cNvCxnSpPr/>
          <p:nvPr/>
        </p:nvCxnSpPr>
        <p:spPr>
          <a:xfrm>
            <a:off x="3256650" y="4500"/>
            <a:ext cx="0" cy="5134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37"/>
          <p:cNvSpPr/>
          <p:nvPr/>
        </p:nvSpPr>
        <p:spPr>
          <a:xfrm>
            <a:off x="3031250" y="1939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24" name="Google Shape;524;p37"/>
          <p:cNvSpPr txBox="1"/>
          <p:nvPr/>
        </p:nvSpPr>
        <p:spPr>
          <a:xfrm>
            <a:off x="3031387" y="31030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25" name="Google Shape;525;p37"/>
          <p:cNvSpPr txBox="1"/>
          <p:nvPr>
            <p:ph idx="1" type="subTitle"/>
          </p:nvPr>
        </p:nvSpPr>
        <p:spPr>
          <a:xfrm>
            <a:off x="3643200" y="1393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26" name="Google Shape;526;p37"/>
          <p:cNvSpPr txBox="1"/>
          <p:nvPr>
            <p:ph idx="2" type="body"/>
          </p:nvPr>
        </p:nvSpPr>
        <p:spPr>
          <a:xfrm>
            <a:off x="3643200" y="4868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37"/>
          <p:cNvSpPr/>
          <p:nvPr/>
        </p:nvSpPr>
        <p:spPr>
          <a:xfrm>
            <a:off x="3031375" y="119002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3031512" y="13063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29" name="Google Shape;529;p37"/>
          <p:cNvSpPr txBox="1"/>
          <p:nvPr>
            <p:ph idx="3" type="subTitle"/>
          </p:nvPr>
        </p:nvSpPr>
        <p:spPr>
          <a:xfrm>
            <a:off x="3643325" y="113535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body"/>
          </p:nvPr>
        </p:nvSpPr>
        <p:spPr>
          <a:xfrm>
            <a:off x="3643325" y="148293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1" name="Google Shape;531;p37"/>
          <p:cNvSpPr/>
          <p:nvPr/>
        </p:nvSpPr>
        <p:spPr>
          <a:xfrm>
            <a:off x="3031250" y="21860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3031387" y="230240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33" name="Google Shape;533;p37"/>
          <p:cNvSpPr txBox="1"/>
          <p:nvPr>
            <p:ph idx="5" type="subTitle"/>
          </p:nvPr>
        </p:nvSpPr>
        <p:spPr>
          <a:xfrm>
            <a:off x="3643200" y="21314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6" type="body"/>
          </p:nvPr>
        </p:nvSpPr>
        <p:spPr>
          <a:xfrm>
            <a:off x="3643200" y="24789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5" name="Google Shape;535;p37"/>
          <p:cNvSpPr/>
          <p:nvPr/>
        </p:nvSpPr>
        <p:spPr>
          <a:xfrm>
            <a:off x="3031500" y="318212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36" name="Google Shape;536;p37"/>
          <p:cNvSpPr txBox="1"/>
          <p:nvPr/>
        </p:nvSpPr>
        <p:spPr>
          <a:xfrm>
            <a:off x="3031637" y="32984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37" name="Google Shape;537;p37"/>
          <p:cNvSpPr txBox="1"/>
          <p:nvPr>
            <p:ph idx="7" type="subTitle"/>
          </p:nvPr>
        </p:nvSpPr>
        <p:spPr>
          <a:xfrm>
            <a:off x="3643450" y="312745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8" type="body"/>
          </p:nvPr>
        </p:nvSpPr>
        <p:spPr>
          <a:xfrm>
            <a:off x="3643450" y="347503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9" name="Google Shape;539;p37"/>
          <p:cNvSpPr/>
          <p:nvPr/>
        </p:nvSpPr>
        <p:spPr>
          <a:xfrm>
            <a:off x="3031250" y="41781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0" name="Google Shape;540;p37"/>
          <p:cNvSpPr txBox="1"/>
          <p:nvPr/>
        </p:nvSpPr>
        <p:spPr>
          <a:xfrm>
            <a:off x="3030612" y="42943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05</a:t>
            </a:r>
            <a:endParaRPr b="0" i="0" sz="1400" u="none" cap="none" strike="noStrik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41" name="Google Shape;541;p37"/>
          <p:cNvSpPr txBox="1"/>
          <p:nvPr>
            <p:ph idx="9" type="subTitle"/>
          </p:nvPr>
        </p:nvSpPr>
        <p:spPr>
          <a:xfrm>
            <a:off x="3643200" y="41235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3" type="body"/>
          </p:nvPr>
        </p:nvSpPr>
        <p:spPr>
          <a:xfrm>
            <a:off x="3643200" y="44710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3" name="Google Shape;543;p37"/>
          <p:cNvSpPr txBox="1"/>
          <p:nvPr>
            <p:ph type="title"/>
          </p:nvPr>
        </p:nvSpPr>
        <p:spPr>
          <a:xfrm>
            <a:off x="344850" y="1878425"/>
            <a:ext cx="23313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44" name="Google Shape;544;p37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7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None/>
              <a:defRPr b="1" i="0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b="0" i="0" sz="1100" u="none" cap="none" strike="noStrik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8"/>
          <p:cNvSpPr txBox="1"/>
          <p:nvPr>
            <p:ph idx="1" type="body"/>
          </p:nvPr>
        </p:nvSpPr>
        <p:spPr>
          <a:xfrm>
            <a:off x="658800" y="793750"/>
            <a:ext cx="63648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300">
                <a:latin typeface="Hanken Grotesk"/>
                <a:ea typeface="Hanken Grotesk"/>
                <a:cs typeface="Hanken Grotesk"/>
                <a:sym typeface="Hanken Grotesk"/>
              </a:rPr>
              <a:t>From Explainability to Reliability</a:t>
            </a:r>
            <a:endParaRPr b="1" sz="23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100">
                <a:latin typeface="Hanken Grotesk"/>
                <a:ea typeface="Hanken Grotesk"/>
                <a:cs typeface="Hanken Grotesk"/>
                <a:sym typeface="Hanken Grotesk"/>
              </a:rPr>
              <a:t>Enhancing AI for Software Defect Prediction</a:t>
            </a:r>
            <a:br>
              <a:rPr b="1" lang="en-GB" sz="2300">
                <a:latin typeface="Lexend"/>
                <a:ea typeface="Lexend"/>
                <a:cs typeface="Lexend"/>
                <a:sym typeface="Lexend"/>
              </a:rPr>
            </a:br>
            <a:endParaRPr b="1"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Student Name:</a:t>
            </a:r>
            <a:r>
              <a:rPr lang="en-GB"/>
              <a:t> Udit Jain</a:t>
            </a:r>
            <a:br>
              <a:rPr lang="en-GB"/>
            </a:br>
            <a:r>
              <a:rPr b="1" lang="en-GB">
                <a:latin typeface="Lexend"/>
                <a:ea typeface="Lexend"/>
                <a:cs typeface="Lexend"/>
                <a:sym typeface="Lexend"/>
              </a:rPr>
              <a:t>Roll No:</a:t>
            </a:r>
            <a:r>
              <a:rPr lang="en-GB"/>
              <a:t> 24CSM1R23</a:t>
            </a:r>
            <a:br>
              <a:rPr lang="en-GB"/>
            </a:br>
            <a:r>
              <a:rPr b="1" lang="en-GB">
                <a:latin typeface="Lexend"/>
                <a:ea typeface="Lexend"/>
                <a:cs typeface="Lexend"/>
                <a:sym typeface="Lexend"/>
              </a:rPr>
              <a:t>Guide Name:</a:t>
            </a:r>
            <a:r>
              <a:rPr lang="en-GB"/>
              <a:t> Dr. Manjubala Bisi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Internship At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lang="en-GB"/>
              <a:t> Intel Corporation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658800" y="864475"/>
            <a:ext cx="6364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Scope of the Project</a:t>
            </a:r>
            <a:endParaRPr/>
          </a:p>
        </p:txBody>
      </p:sp>
      <p:sp>
        <p:nvSpPr>
          <p:cNvPr id="556" name="Google Shape;556;p39"/>
          <p:cNvSpPr txBox="1"/>
          <p:nvPr>
            <p:ph idx="4294967295" type="body"/>
          </p:nvPr>
        </p:nvSpPr>
        <p:spPr>
          <a:xfrm>
            <a:off x="658800" y="1411675"/>
            <a:ext cx="5229600" cy="3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Focus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focuses on using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explain software defect prediction models and on evaluating the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those explanations.</a:t>
            </a:r>
            <a:b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The goal is to ensure developers and stakeholders can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trust, validate, and interpret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model’s reasoning—not just its predictions.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Outcomes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clearer understanding of which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metrics truly drive defect predictions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 measures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strengthen trust in SHAP explanations.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Ultimately, this work bridges the gap between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explainability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trustworthy, actionable insights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software engineering.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7" name="Google Shape;55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325" y="1788925"/>
            <a:ext cx="2632699" cy="134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0"/>
          <p:cNvSpPr txBox="1"/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63" name="Google Shape;563;p40"/>
          <p:cNvSpPr txBox="1"/>
          <p:nvPr/>
        </p:nvSpPr>
        <p:spPr>
          <a:xfrm>
            <a:off x="586550" y="1588775"/>
            <a:ext cx="7935300" cy="22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Explainable AI (XAI)</a:t>
            </a:r>
            <a:r>
              <a:rPr b="1" lang="en-GB" sz="1600">
                <a:solidFill>
                  <a:schemeClr val="dk1"/>
                </a:solidFill>
              </a:rPr>
              <a:t>:</a:t>
            </a:r>
            <a:br>
              <a:rPr b="1" lang="en-GB" sz="16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Explainable AI refers to techniques that make the inner workings and predictions of complex AI models understandable to humans. Instead of treating AI as a “black box,” XAI highlights </a:t>
            </a:r>
            <a:r>
              <a:rPr i="1" lang="en-GB" sz="1100">
                <a:solidFill>
                  <a:schemeClr val="dk1"/>
                </a:solidFill>
              </a:rPr>
              <a:t>which features or factors influenced a decision</a:t>
            </a:r>
            <a:r>
              <a:rPr lang="en-GB" sz="1100">
                <a:solidFill>
                  <a:schemeClr val="dk1"/>
                </a:solidFill>
              </a:rPr>
              <a:t> and how much they contributed.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Think of AI like a teacher giving you an answer. Normally, it just says </a:t>
            </a:r>
            <a:r>
              <a:rPr i="1" lang="en-GB" sz="1100">
                <a:solidFill>
                  <a:schemeClr val="dk1"/>
                </a:solidFill>
              </a:rPr>
              <a:t>“42”</a:t>
            </a:r>
            <a:r>
              <a:rPr lang="en-GB" sz="1100">
                <a:solidFill>
                  <a:schemeClr val="dk1"/>
                </a:solidFill>
              </a:rPr>
              <a:t> without telling you how. With XAI, the teacher shows the </a:t>
            </a:r>
            <a:r>
              <a:rPr b="1" lang="en-GB" sz="1100">
                <a:solidFill>
                  <a:schemeClr val="dk1"/>
                </a:solidFill>
              </a:rPr>
              <a:t>steps, reasons, and key points</a:t>
            </a:r>
            <a:r>
              <a:rPr lang="en-GB" sz="1100">
                <a:solidFill>
                  <a:schemeClr val="dk1"/>
                </a:solidFill>
              </a:rPr>
              <a:t> that led to the answer.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564" name="Google Shape;564;p40"/>
          <p:cNvSpPr txBox="1"/>
          <p:nvPr/>
        </p:nvSpPr>
        <p:spPr>
          <a:xfrm>
            <a:off x="1994875" y="3486525"/>
            <a:ext cx="65271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Importance: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This makes AI decisions </a:t>
            </a:r>
            <a:r>
              <a:rPr b="1" lang="en-GB" sz="1100">
                <a:solidFill>
                  <a:schemeClr val="dk1"/>
                </a:solidFill>
              </a:rPr>
              <a:t>clear and transparent</a:t>
            </a:r>
            <a:r>
              <a:rPr lang="en-GB" sz="1100">
                <a:solidFill>
                  <a:schemeClr val="dk1"/>
                </a:solidFill>
              </a:rPr>
              <a:t>, so people can </a:t>
            </a:r>
            <a:r>
              <a:rPr b="1" lang="en-GB" sz="1100">
                <a:solidFill>
                  <a:schemeClr val="dk1"/>
                </a:solidFill>
              </a:rPr>
              <a:t>trust</a:t>
            </a:r>
            <a:r>
              <a:rPr lang="en-GB" sz="1100">
                <a:solidFill>
                  <a:schemeClr val="dk1"/>
                </a:solidFill>
              </a:rPr>
              <a:t> the results, </a:t>
            </a:r>
            <a:r>
              <a:rPr b="1" lang="en-GB" sz="1100">
                <a:solidFill>
                  <a:schemeClr val="dk1"/>
                </a:solidFill>
              </a:rPr>
              <a:t>understand</a:t>
            </a:r>
            <a:r>
              <a:rPr lang="en-GB" sz="1100">
                <a:solidFill>
                  <a:schemeClr val="dk1"/>
                </a:solidFill>
              </a:rPr>
              <a:t> the reasoning, and </a:t>
            </a:r>
            <a:r>
              <a:rPr b="1" lang="en-GB" sz="1100">
                <a:solidFill>
                  <a:schemeClr val="dk1"/>
                </a:solidFill>
              </a:rPr>
              <a:t>confidently act</a:t>
            </a:r>
            <a:r>
              <a:rPr lang="en-GB" sz="1100">
                <a:solidFill>
                  <a:schemeClr val="dk1"/>
                </a:solidFill>
              </a:rPr>
              <a:t> on them. Instead of a “black box,” AI becomes a </a:t>
            </a:r>
            <a:r>
              <a:rPr b="1" lang="en-GB" sz="1100">
                <a:solidFill>
                  <a:schemeClr val="dk1"/>
                </a:solidFill>
              </a:rPr>
              <a:t>guide you can question and rely on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70" name="Google Shape;570;p41"/>
          <p:cNvSpPr txBox="1"/>
          <p:nvPr/>
        </p:nvSpPr>
        <p:spPr>
          <a:xfrm>
            <a:off x="586550" y="1588775"/>
            <a:ext cx="7935300" cy="22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Reliability of XAI:</a:t>
            </a:r>
            <a:br>
              <a:rPr b="1" lang="en-GB" sz="16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Reliability means not just explaining a model’s decision once, but making sure those explanations are </a:t>
            </a:r>
            <a:r>
              <a:rPr b="1" lang="en-GB" sz="1100">
                <a:solidFill>
                  <a:schemeClr val="dk1"/>
                </a:solidFill>
              </a:rPr>
              <a:t>consistent, stable, and truly reflect how the model works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Imagine asking a friend the same question on different days — if the answers keep changing, you wouldn’t trust them. Similarly, reliable AI explanations should stay steady across different data samples or conditions, proving that the insights are dependable and not random.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71" name="Google Shape;571;p41"/>
          <p:cNvSpPr txBox="1"/>
          <p:nvPr/>
        </p:nvSpPr>
        <p:spPr>
          <a:xfrm>
            <a:off x="1967900" y="3450575"/>
            <a:ext cx="59307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Importance: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Builds </a:t>
            </a:r>
            <a:r>
              <a:rPr b="1" lang="en-GB" sz="1100">
                <a:solidFill>
                  <a:schemeClr val="dk1"/>
                </a:solidFill>
              </a:rPr>
              <a:t>confidence and trust</a:t>
            </a:r>
            <a:r>
              <a:rPr lang="en-GB" sz="1100">
                <a:solidFill>
                  <a:schemeClr val="dk1"/>
                </a:solidFill>
              </a:rPr>
              <a:t> in AI systems, helping developers and stakeholders make </a:t>
            </a:r>
            <a:r>
              <a:rPr b="1" lang="en-GB" sz="1100">
                <a:solidFill>
                  <a:schemeClr val="dk1"/>
                </a:solidFill>
              </a:rPr>
              <a:t>informed, risk-free decisions</a:t>
            </a:r>
            <a:r>
              <a:rPr lang="en-GB" sz="1100">
                <a:solidFill>
                  <a:schemeClr val="dk1"/>
                </a:solidFill>
              </a:rPr>
              <a:t> based on explanations they can rely 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2"/>
          <p:cNvSpPr txBox="1"/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77" name="Google Shape;577;p42"/>
          <p:cNvSpPr txBox="1"/>
          <p:nvPr/>
        </p:nvSpPr>
        <p:spPr>
          <a:xfrm>
            <a:off x="586550" y="1588775"/>
            <a:ext cx="79353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Relevance in Software Defect Prediction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Reliable explanations help developers and stakeholders </a:t>
            </a:r>
            <a:r>
              <a:rPr b="1" lang="en-GB" sz="1100">
                <a:solidFill>
                  <a:schemeClr val="dk1"/>
                </a:solidFill>
              </a:rPr>
              <a:t>trust the model’s insights</a:t>
            </a:r>
            <a:r>
              <a:rPr lang="en-GB" sz="1100">
                <a:solidFill>
                  <a:schemeClr val="dk1"/>
                </a:solidFill>
              </a:rPr>
              <a:t>, take </a:t>
            </a:r>
            <a:r>
              <a:rPr b="1" lang="en-GB" sz="1100">
                <a:solidFill>
                  <a:schemeClr val="dk1"/>
                </a:solidFill>
              </a:rPr>
              <a:t>confident actions</a:t>
            </a:r>
            <a:r>
              <a:rPr lang="en-GB" sz="1100">
                <a:solidFill>
                  <a:schemeClr val="dk1"/>
                </a:solidFill>
              </a:rPr>
              <a:t>, and ultimately achieve </a:t>
            </a:r>
            <a:r>
              <a:rPr b="1" lang="en-GB" sz="1100">
                <a:solidFill>
                  <a:schemeClr val="dk1"/>
                </a:solidFill>
              </a:rPr>
              <a:t>better software quality with fewer risks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Motivation: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By moving beyond accuracy to </a:t>
            </a:r>
            <a:r>
              <a:rPr b="1" lang="en-GB" sz="1100">
                <a:solidFill>
                  <a:schemeClr val="dk1"/>
                </a:solidFill>
              </a:rPr>
              <a:t>trustworthy explanations</a:t>
            </a:r>
            <a:r>
              <a:rPr lang="en-GB" sz="1100">
                <a:solidFill>
                  <a:schemeClr val="dk1"/>
                </a:solidFill>
              </a:rPr>
              <a:t>, we enable AI to become a </a:t>
            </a:r>
            <a:r>
              <a:rPr b="1" lang="en-GB" sz="1100">
                <a:solidFill>
                  <a:schemeClr val="dk1"/>
                </a:solidFill>
              </a:rPr>
              <a:t>true decision-support partner</a:t>
            </a:r>
            <a:r>
              <a:rPr lang="en-GB" sz="1100">
                <a:solidFill>
                  <a:schemeClr val="dk1"/>
                </a:solidFill>
              </a:rPr>
              <a:t> in software engineering, not just a prediction tool.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type="title"/>
          </p:nvPr>
        </p:nvSpPr>
        <p:spPr>
          <a:xfrm>
            <a:off x="388800" y="810000"/>
            <a:ext cx="6757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Problem 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83" name="Google Shape;583;p43"/>
          <p:cNvSpPr txBox="1"/>
          <p:nvPr>
            <p:ph idx="1" type="body"/>
          </p:nvPr>
        </p:nvSpPr>
        <p:spPr>
          <a:xfrm>
            <a:off x="388800" y="1357200"/>
            <a:ext cx="6757200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Challenges : 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Traditional AI models often lack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transparency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their predictions.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Difficulty in understanding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different software metrics influence defect prediction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Explanations may vary across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datasets, folds, and domains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reducing trust.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Limited availability of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reliable, standardized defect data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addressing these challenges, AI explanations remain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hard to trust and act upon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/>
              <a:t>Understanding these challenges is crucial for effective solutions!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4"/>
          <p:cNvSpPr txBox="1"/>
          <p:nvPr>
            <p:ph type="title"/>
          </p:nvPr>
        </p:nvSpPr>
        <p:spPr>
          <a:xfrm>
            <a:off x="565525" y="710775"/>
            <a:ext cx="7088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Literature Survey</a:t>
            </a:r>
            <a:endParaRPr/>
          </a:p>
        </p:txBody>
      </p:sp>
      <p:sp>
        <p:nvSpPr>
          <p:cNvPr id="589" name="Google Shape;589;p44"/>
          <p:cNvSpPr txBox="1"/>
          <p:nvPr>
            <p:ph idx="1" type="body"/>
          </p:nvPr>
        </p:nvSpPr>
        <p:spPr>
          <a:xfrm>
            <a:off x="771975" y="1257975"/>
            <a:ext cx="6535800" cy="19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prior work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prioritizes accuracy or raw interpretability, while reliability is rarely stress-tested; existing reliability implementations are largely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domain-specific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a single generalized k-fold SHAP/LIME framework.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Traditional approaches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under-specify core explainability dimensions: explanations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vary with train/test splits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(hurting generalization), can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disagree with model attributions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(low concordance), and may lack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stability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4" name="Google Shape;594;p45"/>
          <p:cNvGraphicFramePr/>
          <p:nvPr/>
        </p:nvGraphicFramePr>
        <p:xfrm>
          <a:off x="681575" y="147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{08DB28E6-07B8-43B4-94E9-65CDF57FDC44}</a:tableStyleId>
              </a:tblPr>
              <a:tblGrid>
                <a:gridCol w="1599650"/>
                <a:gridCol w="1367000"/>
                <a:gridCol w="2482375"/>
                <a:gridCol w="1809750"/>
              </a:tblGrid>
              <a:tr h="331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Title of the Paper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Published In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Significance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Limitation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A Methodology for Reliability Analysis of Explainable AI: Application to Endocrinology Diseases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IEEE Access 2024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</a:rPr>
                        <a:t>Introduced a generalized framework with </a:t>
                      </a:r>
                      <a:r>
                        <a:rPr b="1" lang="en-GB" sz="900">
                          <a:solidFill>
                            <a:schemeClr val="dk1"/>
                          </a:solidFill>
                        </a:rPr>
                        <a:t>Generalizability, Concordance, Stability</a:t>
                      </a:r>
                      <a:r>
                        <a:rPr lang="en-GB" sz="900">
                          <a:solidFill>
                            <a:schemeClr val="dk1"/>
                          </a:solidFill>
                        </a:rPr>
                        <a:t> as reliability metrics for SHAP/LIME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Domain-specific evaluation (healthcare); ignores local sensitivity/perturbation reliability</a:t>
                      </a:r>
                      <a:endParaRPr b="1"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LCNN: Lightweight CNN for Software Defect Feature Identification Using Explainable AI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IEEE Access 2024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Used SHAP and LIME to interpret CNN-based predictions, highlighting reproducibility of explanations in deep models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No systematic reliability assessment (e.g., stability, concordance); limited to visualization of explanations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Understanding Software Defect Prediction Through eXplainable Neural Additive Models (XNAMs)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IEEE Access 2025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Designed inherently interpretable models, reducing reliance on post-hoc explanations for consistency</a:t>
                      </a:r>
                      <a:endParaRPr b="1" sz="9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Focused on interpretability, not reliability; no cross-fold stability or perturbation analysis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595" name="Google Shape;595;p45"/>
          <p:cNvSpPr txBox="1"/>
          <p:nvPr>
            <p:ph type="title"/>
          </p:nvPr>
        </p:nvSpPr>
        <p:spPr>
          <a:xfrm>
            <a:off x="565525" y="710775"/>
            <a:ext cx="7088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Literature Survey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0" name="Google Shape;600;p46"/>
          <p:cNvGraphicFramePr/>
          <p:nvPr/>
        </p:nvGraphicFramePr>
        <p:xfrm>
          <a:off x="681575" y="147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{08DB28E6-07B8-43B4-94E9-65CDF57FDC44}</a:tableStyleId>
              </a:tblPr>
              <a:tblGrid>
                <a:gridCol w="1599650"/>
                <a:gridCol w="1367000"/>
                <a:gridCol w="2482375"/>
                <a:gridCol w="1809750"/>
              </a:tblGrid>
              <a:tr h="331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Title of the Paper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Published In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Significance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Limitation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</a:tr>
              <a:tr h="76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Software Defects Identification: Results Using Machine Learning and Explainable AI Techniques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Journal of Systems &amp; Software Engineering, 2024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Compared multiple ML models (RF, SVM, NN) with SHAP for feature explanations in defect detection.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Focused on accuracy and interpretability; no formal reliability metrics evaluated.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792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Towards Trustworthy Explainable AI for Software Defect Prediction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ICSE 2024 (Conference)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</a:rPr>
                        <a:t>Highlighted the need for trustworthy explanations in SDP, calling for reliability-aware XAI methods.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Conceptual work; lacks implementation of quantitative reliability measures.</a:t>
                      </a:r>
                      <a:endParaRPr b="1" sz="900" u="none" cap="none" strike="noStrike"/>
                    </a:p>
                  </a:txBody>
                  <a:tcPr marT="91425" marB="91425" marR="91425" marL="91425"/>
                </a:tc>
              </a:tr>
              <a:tr h="80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Explainable Software Defect Prediction from Cross-Company Metrics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ICICCS 2023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Applied SHAP to cross-project defect data, showing feature transferability.</a:t>
                      </a:r>
                      <a:endParaRPr b="1"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/>
                        <a:t>No assessment of reliability; explanations evaluated only qualitatively.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01" name="Google Shape;601;p46"/>
          <p:cNvSpPr txBox="1"/>
          <p:nvPr>
            <p:ph type="title"/>
          </p:nvPr>
        </p:nvSpPr>
        <p:spPr>
          <a:xfrm>
            <a:off x="565525" y="710775"/>
            <a:ext cx="7088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Literature Survey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7"/>
          <p:cNvSpPr txBox="1"/>
          <p:nvPr>
            <p:ph type="title"/>
          </p:nvPr>
        </p:nvSpPr>
        <p:spPr>
          <a:xfrm>
            <a:off x="372221" y="414000"/>
            <a:ext cx="83139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Data Collection and Methodology</a:t>
            </a:r>
            <a:endParaRPr/>
          </a:p>
        </p:txBody>
      </p:sp>
      <p:sp>
        <p:nvSpPr>
          <p:cNvPr id="607" name="Google Shape;607;p47"/>
          <p:cNvSpPr txBox="1"/>
          <p:nvPr>
            <p:ph idx="1" type="subTitle"/>
          </p:nvPr>
        </p:nvSpPr>
        <p:spPr>
          <a:xfrm>
            <a:off x="359625" y="961200"/>
            <a:ext cx="8339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Data Sources</a:t>
            </a:r>
            <a:endParaRPr/>
          </a:p>
        </p:txBody>
      </p:sp>
      <p:sp>
        <p:nvSpPr>
          <p:cNvPr id="608" name="Google Shape;608;p47"/>
          <p:cNvSpPr txBox="1"/>
          <p:nvPr>
            <p:ph idx="3" type="body"/>
          </p:nvPr>
        </p:nvSpPr>
        <p:spPr>
          <a:xfrm>
            <a:off x="359625" y="1322175"/>
            <a:ext cx="3646500" cy="21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CM1 (NASA PROMISE Repository)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— widely used in Software Defect Prediction.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Attributes: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software metrics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(e.g., LOC, McCabe complexity, Halstead metrics, OO measures).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Target: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Defective (1) / Non-Defective (0)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modules.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Highly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imbalanced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dataset → addressed using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SMOTE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synthetic oversampling.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7"/>
          <p:cNvSpPr txBox="1"/>
          <p:nvPr>
            <p:ph idx="4" type="subTitle"/>
          </p:nvPr>
        </p:nvSpPr>
        <p:spPr>
          <a:xfrm>
            <a:off x="4519425" y="961200"/>
            <a:ext cx="41793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Methodology</a:t>
            </a:r>
            <a:endParaRPr/>
          </a:p>
        </p:txBody>
      </p:sp>
      <p:sp>
        <p:nvSpPr>
          <p:cNvPr id="610" name="Google Shape;610;p47"/>
          <p:cNvSpPr txBox="1"/>
          <p:nvPr>
            <p:ph idx="5" type="body"/>
          </p:nvPr>
        </p:nvSpPr>
        <p:spPr>
          <a:xfrm>
            <a:off x="4519425" y="1497575"/>
            <a:ext cx="41793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GB"/>
              <a:t>W</a:t>
            </a:r>
            <a:r>
              <a:rPr lang="en-GB"/>
              <a:t>e preprocess the CM1 dataset with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SMOTE</a:t>
            </a:r>
            <a:r>
              <a:rPr lang="en-GB"/>
              <a:t>, train a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Random Forest</a:t>
            </a:r>
            <a:r>
              <a:rPr lang="en-GB"/>
              <a:t>, explain predictions using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SHAP</a:t>
            </a:r>
            <a:r>
              <a:rPr lang="en-GB"/>
              <a:t>, and evaluate reliability through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Generalizability</a:t>
            </a:r>
            <a:r>
              <a:rPr lang="en-GB"/>
              <a:t>,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Concordance</a:t>
            </a:r>
            <a:r>
              <a:rPr lang="en-GB"/>
              <a:t>,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Stability</a:t>
            </a:r>
            <a:r>
              <a:rPr lang="en-GB"/>
              <a:t>, and our proposed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GLR</a:t>
            </a:r>
            <a:r>
              <a:rPr lang="en-GB"/>
              <a:t>,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ε-Perturbation</a:t>
            </a:r>
            <a:r>
              <a:rPr lang="en-GB"/>
              <a:t>, and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Calibration</a:t>
            </a:r>
            <a:r>
              <a:rPr lang="en-GB"/>
              <a:t> metrics</a:t>
            </a:r>
            <a:endParaRPr/>
          </a:p>
        </p:txBody>
      </p:sp>
      <p:sp>
        <p:nvSpPr>
          <p:cNvPr id="611" name="Google Shape;611;p47"/>
          <p:cNvSpPr txBox="1"/>
          <p:nvPr>
            <p:ph idx="4" type="subTitle"/>
          </p:nvPr>
        </p:nvSpPr>
        <p:spPr>
          <a:xfrm>
            <a:off x="4366650" y="4632025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Dataset</a:t>
            </a:r>
            <a:endParaRPr/>
          </a:p>
        </p:txBody>
      </p:sp>
      <p:pic>
        <p:nvPicPr>
          <p:cNvPr id="612" name="Google Shape;61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664925"/>
            <a:ext cx="4239227" cy="205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8"/>
          <p:cNvSpPr txBox="1"/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18" name="Google Shape;618;p48"/>
          <p:cNvSpPr txBox="1"/>
          <p:nvPr>
            <p:ph idx="1" type="body"/>
          </p:nvPr>
        </p:nvSpPr>
        <p:spPr>
          <a:xfrm>
            <a:off x="421200" y="741850"/>
            <a:ext cx="6423600" cy="3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Pipeline: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 (CM1, NASA PROMISE) → Preprocessing (SMOTE, normalization, feature cleanup) → Random Forest Model → SHAP Explanations → Reliability Evaluation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Approach Used: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Integrating SHAP: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Generate global &amp; local feature attributions.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Reliability Extensions: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GLR (Gradient-of-Loss Reliability):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Align SHAP ranks with loss sensitivity.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ε-Perturbation Hit@k: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Validate if SHAP-top features truly affect loss under small nudges.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Calibration (ECE):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Assess probability reliability.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Composite Reliability Score: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Combines GLR, Hit@k, and Calibration for robust trust evaluation.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Expected Benefits: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trustworthy explanations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beyond accuracy.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Validation of causal impact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SHAP features.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Improved confidence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developers &amp; stakeholders in defect predictions.</a:t>
            </a:r>
            <a:endParaRPr/>
          </a:p>
        </p:txBody>
      </p:sp>
      <p:pic>
        <p:nvPicPr>
          <p:cNvPr id="619" name="Google Shape;61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7650" y="503463"/>
            <a:ext cx="1843931" cy="413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9"/>
          <p:cNvSpPr txBox="1"/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25" name="Google Shape;625;p49"/>
          <p:cNvSpPr txBox="1"/>
          <p:nvPr>
            <p:ph idx="1" type="body"/>
          </p:nvPr>
        </p:nvSpPr>
        <p:spPr>
          <a:xfrm>
            <a:off x="421200" y="741850"/>
            <a:ext cx="5761200" cy="3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(SHapley Additive Explanations):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is a method from cooperative game theory that explains how much each feature contributes to a model’s prediction.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b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each prediction, SHAP calculates whether a feature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(positive SHAP value) or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decreases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(negative SHAP value) the chance of a defect.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LOC = +0.35 (increases defect risk), 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Comment Density = –0.12 (reduces defect risk)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 to Reliability: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SHAP gives explanations, they must also be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reliable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consistent across folds, stable across datasets, and reflective of true model behavior. That’s why your project extends SHAP with reliability checks (GLR, Hit@k, Calibration).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6" name="Google Shape;62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5950" y="351325"/>
            <a:ext cx="2540573" cy="413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0"/>
          <p:cNvSpPr txBox="1"/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32" name="Google Shape;632;p50"/>
          <p:cNvSpPr txBox="1"/>
          <p:nvPr>
            <p:ph idx="1" type="body"/>
          </p:nvPr>
        </p:nvSpPr>
        <p:spPr>
          <a:xfrm>
            <a:off x="421200" y="741850"/>
            <a:ext cx="7998600" cy="25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Gradient-of-Loss Reliability (GLR):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GLR checks if SHAP’s ranking of important features actually agrees with how the model’s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reacts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those features are nudged.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feature, slightly increase and decrease its value by a tiny step ε\varepsilonε.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 how much the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(binary cross-entropy)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changes → this gives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 sensitivity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that feature.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sensitivities across all features.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the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 ranking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vs. the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sensitivity ranking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Spearman correlation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0"/>
          <p:cNvSpPr txBox="1"/>
          <p:nvPr/>
        </p:nvSpPr>
        <p:spPr>
          <a:xfrm>
            <a:off x="4744525" y="3319575"/>
            <a:ext cx="41514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The Metric: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ρ≈1: SHAP agrees with loss sensitivity → reliable.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ρ≈0: No agreement → unreliable.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ρ&lt;0: Opposite ordering → misleading.</a:t>
            </a:r>
            <a:endParaRPr/>
          </a:p>
        </p:txBody>
      </p:sp>
      <p:pic>
        <p:nvPicPr>
          <p:cNvPr id="634" name="Google Shape;63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450" y="3556625"/>
            <a:ext cx="2735350" cy="8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1"/>
          <p:cNvSpPr txBox="1"/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40" name="Google Shape;640;p51"/>
          <p:cNvSpPr txBox="1"/>
          <p:nvPr>
            <p:ph idx="1" type="body"/>
          </p:nvPr>
        </p:nvSpPr>
        <p:spPr>
          <a:xfrm>
            <a:off x="421200" y="741850"/>
            <a:ext cx="7998600" cy="25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ε-Perturbation Hit@k: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ε-Hit@k checks whether the features that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 says are most important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 prediction are also the ones that actually make the model’s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increase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we nudge them slightly.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 the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top-k SHAP features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(Tₖ).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feature, add a tiny perturbation ε (e.g., 0.001) and compute the change in loss (Δℓ).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Rank features by Δℓ and take the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top-k sensitivity features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(Dₖ).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Tₖ ∩ Dₖ ≠ ∅ → it’s a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 (1)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else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 (0)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hits across samples → ε-Hit@k score.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1"/>
          <p:cNvSpPr txBox="1"/>
          <p:nvPr/>
        </p:nvSpPr>
        <p:spPr>
          <a:xfrm>
            <a:off x="1761225" y="3319575"/>
            <a:ext cx="65328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Interpretation: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High ε-Hit@k:</a:t>
            </a:r>
            <a:r>
              <a:rPr lang="en-GB" sz="1100">
                <a:solidFill>
                  <a:schemeClr val="dk1"/>
                </a:solidFill>
              </a:rPr>
              <a:t> SHAP’s top features are truly impactful → reliable.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Low ε-Hit@k:</a:t>
            </a:r>
            <a:r>
              <a:rPr lang="en-GB" sz="1100">
                <a:solidFill>
                  <a:schemeClr val="dk1"/>
                </a:solidFill>
              </a:rPr>
              <a:t> SHAP highlights features that don’t change the model’s behavior → unreliable.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2"/>
          <p:cNvSpPr txBox="1"/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47" name="Google Shape;647;p52"/>
          <p:cNvSpPr txBox="1"/>
          <p:nvPr>
            <p:ph idx="1" type="body"/>
          </p:nvPr>
        </p:nvSpPr>
        <p:spPr>
          <a:xfrm>
            <a:off x="421200" y="741850"/>
            <a:ext cx="7998600" cy="26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Calibration: Expected Calibration Error (ECE)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ECE checks how well a model’s predicted probabilities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reality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i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well-calibrated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saying “70% chance of defect” will actually be correct ~70% of the time.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i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over-confident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might say 70% but be right only 50%.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predictions into probability bins (e.g., 0–0.2, 0.2–0.4, …).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bin, compare: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average predicted probability.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actual fraction of positives.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the average gap between confidence and accuracy → this is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2"/>
          <p:cNvSpPr txBox="1"/>
          <p:nvPr/>
        </p:nvSpPr>
        <p:spPr>
          <a:xfrm>
            <a:off x="2012825" y="3463275"/>
            <a:ext cx="62004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Interpretation: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ECE ≈ 0:</a:t>
            </a:r>
            <a:r>
              <a:rPr lang="en-GB" sz="1100">
                <a:solidFill>
                  <a:schemeClr val="dk1"/>
                </a:solidFill>
              </a:rPr>
              <a:t> Model is perfectly calibrated → predictions can be trusted.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Higher ECE:</a:t>
            </a:r>
            <a:r>
              <a:rPr lang="en-GB" sz="1100">
                <a:solidFill>
                  <a:schemeClr val="dk1"/>
                </a:solidFill>
              </a:rPr>
              <a:t> Model is miscalibrated → predictions are over- or under-confident.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3"/>
          <p:cNvSpPr txBox="1"/>
          <p:nvPr>
            <p:ph type="title"/>
          </p:nvPr>
        </p:nvSpPr>
        <p:spPr>
          <a:xfrm>
            <a:off x="421200" y="125800"/>
            <a:ext cx="83580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5029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Implementation:</a:t>
            </a:r>
            <a:endParaRPr/>
          </a:p>
        </p:txBody>
      </p:sp>
      <p:pic>
        <p:nvPicPr>
          <p:cNvPr id="654" name="Google Shape;65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76" y="790350"/>
            <a:ext cx="6009374" cy="410692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53"/>
          <p:cNvSpPr txBox="1"/>
          <p:nvPr/>
        </p:nvSpPr>
        <p:spPr>
          <a:xfrm>
            <a:off x="6010700" y="655950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chemeClr val="dk1"/>
                </a:solidFill>
              </a:rPr>
              <a:t>Class Imbalance: </a:t>
            </a:r>
            <a:r>
              <a:rPr lang="en-GB" sz="1100">
                <a:solidFill>
                  <a:schemeClr val="dk1"/>
                </a:solidFill>
              </a:rPr>
              <a:t>SMOTE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chemeClr val="dk1"/>
                </a:solidFill>
              </a:rPr>
              <a:t>Model</a:t>
            </a:r>
            <a:r>
              <a:rPr lang="en-GB" sz="1100">
                <a:solidFill>
                  <a:schemeClr val="dk1"/>
                </a:solidFill>
              </a:rPr>
              <a:t> - Random Forest Classifier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chemeClr val="dk1"/>
                </a:solidFill>
              </a:rPr>
              <a:t>SHAP</a:t>
            </a:r>
            <a:r>
              <a:rPr lang="en-GB" sz="1100">
                <a:solidFill>
                  <a:schemeClr val="dk1"/>
                </a:solidFill>
              </a:rPr>
              <a:t> - TreeExplainer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4"/>
          <p:cNvSpPr txBox="1"/>
          <p:nvPr>
            <p:ph type="title"/>
          </p:nvPr>
        </p:nvSpPr>
        <p:spPr>
          <a:xfrm>
            <a:off x="421200" y="125800"/>
            <a:ext cx="83580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029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 Implementation:</a:t>
            </a:r>
            <a:endParaRPr/>
          </a:p>
        </p:txBody>
      </p:sp>
      <p:sp>
        <p:nvSpPr>
          <p:cNvPr id="661" name="Google Shape;661;p54"/>
          <p:cNvSpPr txBox="1"/>
          <p:nvPr/>
        </p:nvSpPr>
        <p:spPr>
          <a:xfrm>
            <a:off x="5409475" y="655950"/>
            <a:ext cx="36012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GLR (Gradient-of-Loss Reliability)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ε-Perturbation Hit@k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Calibration (Expected Calibration Error)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200" y="125800"/>
            <a:ext cx="4088926" cy="480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5"/>
          <p:cNvSpPr txBox="1"/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Results Overview</a:t>
            </a:r>
            <a:endParaRPr/>
          </a:p>
        </p:txBody>
      </p:sp>
      <p:pic>
        <p:nvPicPr>
          <p:cNvPr id="668" name="Google Shape;66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600" y="1189400"/>
            <a:ext cx="7021400" cy="357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"/>
          <p:cNvSpPr txBox="1"/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Results Overview</a:t>
            </a:r>
            <a:endParaRPr/>
          </a:p>
        </p:txBody>
      </p:sp>
      <p:sp>
        <p:nvSpPr>
          <p:cNvPr id="674" name="Google Shape;674;p56"/>
          <p:cNvSpPr txBox="1"/>
          <p:nvPr>
            <p:ph idx="1" type="body"/>
          </p:nvPr>
        </p:nvSpPr>
        <p:spPr>
          <a:xfrm>
            <a:off x="924575" y="1136300"/>
            <a:ext cx="6759300" cy="3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Approach (Generalized Framework)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 Metrics: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Generalizability: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0.9866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Concordance: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0.9154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Stability: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0.7788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 Score: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0.9468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Approach (GLR Framework)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 Metrics: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GLR_mean: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0.0742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Hit@10: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(SHAP-top features always validated by perturbation test)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ECE: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0.1098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(lower error, better calibration)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 Score: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0.8091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56"/>
          <p:cNvSpPr txBox="1"/>
          <p:nvPr/>
        </p:nvSpPr>
        <p:spPr>
          <a:xfrm>
            <a:off x="5044500" y="1136300"/>
            <a:ext cx="34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t/>
            </a:r>
            <a:endParaRPr sz="1100"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7"/>
          <p:cNvSpPr txBox="1"/>
          <p:nvPr>
            <p:ph type="title"/>
          </p:nvPr>
        </p:nvSpPr>
        <p:spPr>
          <a:xfrm>
            <a:off x="458275" y="867025"/>
            <a:ext cx="6974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Percentage of Work Completed &amp; Summary</a:t>
            </a:r>
            <a:endParaRPr/>
          </a:p>
        </p:txBody>
      </p:sp>
      <p:sp>
        <p:nvSpPr>
          <p:cNvPr id="681" name="Google Shape;681;p57"/>
          <p:cNvSpPr txBox="1"/>
          <p:nvPr>
            <p:ph idx="1" type="body"/>
          </p:nvPr>
        </p:nvSpPr>
        <p:spPr>
          <a:xfrm>
            <a:off x="458275" y="1589800"/>
            <a:ext cx="8067900" cy="1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 Completed: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Implemented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Approach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(Generalized reliability: Generalizability, Concordance, Stability) using Random Forest.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Implemented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Approach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(GLR, ε-Perturbation Hit@k, Calibration) using Random Forest.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Evaluated and compared results of both approaches (Reliability Index vs Reliability Score).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Documented outcomes with visualizations (SHAP plots, reliability metrics).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7"/>
          <p:cNvSpPr txBox="1"/>
          <p:nvPr/>
        </p:nvSpPr>
        <p:spPr>
          <a:xfrm>
            <a:off x="5044500" y="1136300"/>
            <a:ext cx="34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t/>
            </a:r>
            <a:endParaRPr sz="1100"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3" name="Google Shape;683;p57"/>
          <p:cNvSpPr txBox="1"/>
          <p:nvPr/>
        </p:nvSpPr>
        <p:spPr>
          <a:xfrm>
            <a:off x="1617450" y="3091125"/>
            <a:ext cx="69090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Summary: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Established a </a:t>
            </a:r>
            <a:r>
              <a:rPr b="1" lang="en-GB" sz="1100">
                <a:solidFill>
                  <a:schemeClr val="dk1"/>
                </a:solidFill>
              </a:rPr>
              <a:t>baseline</a:t>
            </a:r>
            <a:r>
              <a:rPr lang="en-GB" sz="1100">
                <a:solidFill>
                  <a:schemeClr val="dk1"/>
                </a:solidFill>
              </a:rPr>
              <a:t> with Random Forest.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Demonstrated that proposed metrics add </a:t>
            </a:r>
            <a:r>
              <a:rPr b="1" lang="en-GB" sz="1100">
                <a:solidFill>
                  <a:schemeClr val="dk1"/>
                </a:solidFill>
              </a:rPr>
              <a:t>causal validity and calibration</a:t>
            </a:r>
            <a:r>
              <a:rPr lang="en-GB" sz="1100">
                <a:solidFill>
                  <a:schemeClr val="dk1"/>
                </a:solidFill>
              </a:rPr>
              <a:t> beyond existing reliability checks.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8"/>
          <p:cNvSpPr txBox="1"/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 Plan for the Next Month</a:t>
            </a:r>
            <a:endParaRPr/>
          </a:p>
        </p:txBody>
      </p:sp>
      <p:sp>
        <p:nvSpPr>
          <p:cNvPr id="689" name="Google Shape;689;p58"/>
          <p:cNvSpPr txBox="1"/>
          <p:nvPr>
            <p:ph idx="1" type="body"/>
          </p:nvPr>
        </p:nvSpPr>
        <p:spPr>
          <a:xfrm>
            <a:off x="611050" y="1136300"/>
            <a:ext cx="7647000" cy="3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Planned Work: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 both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and proposed reliability frameworks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other ML and DL models: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 (Next Month):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that the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GLR-based framework generalizes across models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not just Random Forest.</a:t>
            </a:r>
            <a:b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Finalize results for dissertation write-up &amp; presentation.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8"/>
          <p:cNvSpPr txBox="1"/>
          <p:nvPr/>
        </p:nvSpPr>
        <p:spPr>
          <a:xfrm>
            <a:off x="5044500" y="1136300"/>
            <a:ext cx="34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t/>
            </a:r>
            <a:endParaRPr sz="1100"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9"/>
          <p:cNvSpPr txBox="1"/>
          <p:nvPr>
            <p:ph type="title"/>
          </p:nvPr>
        </p:nvSpPr>
        <p:spPr>
          <a:xfrm>
            <a:off x="631125" y="315400"/>
            <a:ext cx="7088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/>
              <a:t>References:</a:t>
            </a:r>
            <a:endParaRPr/>
          </a:p>
        </p:txBody>
      </p:sp>
      <p:sp>
        <p:nvSpPr>
          <p:cNvPr id="696" name="Google Shape;696;p59"/>
          <p:cNvSpPr txBox="1"/>
          <p:nvPr/>
        </p:nvSpPr>
        <p:spPr>
          <a:xfrm>
            <a:off x="460950" y="862600"/>
            <a:ext cx="6862500" cy="3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Ketata, F., Al Masry, Z., Yacoub, S., &amp; Zerhouni, N.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"A Methodology for Reliability Analysis of Explainable Machine Learning: Application to Endocrinology Diseases."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IEEE Access</a:t>
            </a:r>
            <a:r>
              <a:rPr lang="en-GB" sz="1100">
                <a:solidFill>
                  <a:schemeClr val="dk1"/>
                </a:solidFill>
              </a:rPr>
              <a:t>, 2024. DOI: 10.1109/ACCESS.2024.3431691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Begum, M., Shuvo, M. H., Nasir, M. K., Hossain, A., Hossain, M. J., Ashraf, I., Uddin, J., &amp; Samad, M. A.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"LCNN: Lightweight CNN Architecture for Software Defect Feature Identification Using Explainable AI."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IEEE Access</a:t>
            </a:r>
            <a:r>
              <a:rPr lang="en-GB" sz="1100">
                <a:solidFill>
                  <a:schemeClr val="dk1"/>
                </a:solidFill>
              </a:rPr>
              <a:t>, 2024. DOI: 10.1109/ACCESS.2024.3388489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Lin, A., Fang, T., Yao, J., &amp; Xu, B.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"Understanding Software Defect Prediction Through eXplainable Neural Additive Models."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arXiv preprint</a:t>
            </a:r>
            <a:r>
              <a:rPr lang="en-GB" sz="1100">
                <a:solidFill>
                  <a:schemeClr val="dk1"/>
                </a:solidFill>
              </a:rPr>
              <a:t>, arXiv:2306.08655, 2023.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Zhang, Y., Zhang, Y., Huang, Y., &amp; Chen, G.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"Software Defects Identification: Results Using Machine Learning and Explainable Artificial Intelligence Techniques."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Journal of Systems and Software Engineering</a:t>
            </a:r>
            <a:r>
              <a:rPr lang="en-GB" sz="1100">
                <a:solidFill>
                  <a:schemeClr val="dk1"/>
                </a:solidFill>
              </a:rPr>
              <a:t>, 2024.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Yao, J., Lin, A., Chen, G., &amp; Fang, T.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"Towards Trustworthy Explainable AI for Software Defect Prediction."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Proceedings of the IEEE International Conference on Software Engineering (ICSE)</a:t>
            </a:r>
            <a:r>
              <a:rPr lang="en-GB" sz="1100">
                <a:solidFill>
                  <a:schemeClr val="dk1"/>
                </a:solidFill>
              </a:rPr>
              <a:t>, 2024. 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0"/>
          <p:cNvSpPr txBox="1"/>
          <p:nvPr>
            <p:ph type="title"/>
          </p:nvPr>
        </p:nvSpPr>
        <p:spPr>
          <a:xfrm>
            <a:off x="1195475" y="1234350"/>
            <a:ext cx="59310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3500"/>
              <a:t>Thank You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ean S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5E3FF"/>
      </a:accent1>
      <a:accent2>
        <a:srgbClr val="858EFF"/>
      </a:accent2>
      <a:accent3>
        <a:srgbClr val="FFB093"/>
      </a:accent3>
      <a:accent4>
        <a:srgbClr val="F3F3F3"/>
      </a:accent4>
      <a:accent5>
        <a:srgbClr val="FF0000"/>
      </a:accent5>
      <a:accent6>
        <a:srgbClr val="EEFF41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