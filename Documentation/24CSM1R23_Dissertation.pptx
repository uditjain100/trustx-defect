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exend SemiBold"/>
      <p:regular r:id="rId16"/>
      <p:bold r:id="rId17"/>
    </p:embeddedFont>
    <p:embeddedFont>
      <p:font typeface="Lexend Light"/>
      <p:regular r:id="rId18"/>
      <p:bold r:id="rId19"/>
    </p:embeddedFont>
    <p:embeddedFont>
      <p:font typeface="Hanken Grotesk"/>
      <p:regular r:id="rId20"/>
      <p:bold r:id="rId21"/>
      <p:italic r:id="rId22"/>
      <p:boldItalic r:id="rId23"/>
    </p:embeddedFont>
    <p:embeddedFont>
      <p:font typeface="Work Sans SemiBold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073DFB-E210-4E85-AA2E-F60EBB2FB4A8}">
  <a:tblStyle styleId="{6D073DFB-E210-4E85-AA2E-F60EBB2FB4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regular.fntdata"/><Relationship Id="rId22" Type="http://schemas.openxmlformats.org/officeDocument/2006/relationships/font" Target="fonts/HankenGrotesk-italic.fntdata"/><Relationship Id="rId21" Type="http://schemas.openxmlformats.org/officeDocument/2006/relationships/font" Target="fonts/HankenGrotesk-bold.fntdata"/><Relationship Id="rId24" Type="http://schemas.openxmlformats.org/officeDocument/2006/relationships/font" Target="fonts/WorkSansSemiBold-regular.fntdata"/><Relationship Id="rId23" Type="http://schemas.openxmlformats.org/officeDocument/2006/relationships/font" Target="fonts/HankenGrotes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WorkSansSemiBold-italic.fntdata"/><Relationship Id="rId25" Type="http://schemas.openxmlformats.org/officeDocument/2006/relationships/font" Target="fonts/WorkSansSemiBold-bold.fntdata"/><Relationship Id="rId28" Type="http://schemas.openxmlformats.org/officeDocument/2006/relationships/font" Target="fonts/Lexend-regular.fntdata"/><Relationship Id="rId27" Type="http://schemas.openxmlformats.org/officeDocument/2006/relationships/font" Target="fonts/Work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xendSemiBold-bold.fntdata"/><Relationship Id="rId16" Type="http://schemas.openxmlformats.org/officeDocument/2006/relationships/font" Target="fonts/LexendSemiBold-regular.fntdata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809512a57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809512a57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58800" y="1170000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658800" y="1717200"/>
            <a:ext cx="63648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7022926" y="747190"/>
            <a:ext cx="2121000" cy="211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272518" y="3"/>
            <a:ext cx="750600" cy="74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488238"/>
            <a:ext cx="657900" cy="6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10800000">
            <a:off x="445974" y="1"/>
            <a:ext cx="529800" cy="52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/>
          <p:nvPr>
            <p:ph idx="2" type="pic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21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448575" y="1277400"/>
            <a:ext cx="1827000" cy="1113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" name="Google Shape;34;p5"/>
          <p:cNvCxnSpPr/>
          <p:nvPr/>
        </p:nvCxnSpPr>
        <p:spPr>
          <a:xfrm>
            <a:off x="2792132" y="2485581"/>
            <a:ext cx="59661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2578025" y="4009976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" y="737580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793600" y="414000"/>
            <a:ext cx="5965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2732400" y="12528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3" type="body"/>
          </p:nvPr>
        </p:nvSpPr>
        <p:spPr>
          <a:xfrm>
            <a:off x="2732400" y="16524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2732400" y="27540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5" type="body"/>
          </p:nvPr>
        </p:nvSpPr>
        <p:spPr>
          <a:xfrm>
            <a:off x="2732400" y="31536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/>
          <p:nvPr>
            <p:ph idx="6" type="pic"/>
          </p:nvPr>
        </p:nvSpPr>
        <p:spPr>
          <a:xfrm>
            <a:off x="448575" y="2754000"/>
            <a:ext cx="1827000" cy="111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694800" y="604800"/>
            <a:ext cx="7336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7056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33660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0228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09077" y="816633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-12"/>
            <a:ext cx="657900" cy="65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4572000" y="1746000"/>
            <a:ext cx="3636000" cy="339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658800" y="817200"/>
            <a:ext cx="37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658800" y="1746925"/>
            <a:ext cx="3740400" cy="3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363325"/>
            <a:ext cx="354000" cy="12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0" y="3154375"/>
            <a:ext cx="354000" cy="12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773919" y="2"/>
            <a:ext cx="1370100" cy="136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957600" y="691200"/>
            <a:ext cx="7225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subTitle"/>
          </p:nvPr>
        </p:nvSpPr>
        <p:spPr>
          <a:xfrm>
            <a:off x="957600" y="13572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2" type="body"/>
          </p:nvPr>
        </p:nvSpPr>
        <p:spPr>
          <a:xfrm>
            <a:off x="957600" y="18360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7" name="Google Shape;67;p8"/>
          <p:cNvCxnSpPr/>
          <p:nvPr/>
        </p:nvCxnSpPr>
        <p:spPr>
          <a:xfrm>
            <a:off x="1025997" y="2910595"/>
            <a:ext cx="70920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8"/>
          <p:cNvSpPr txBox="1"/>
          <p:nvPr>
            <p:ph idx="3" type="subTitle"/>
          </p:nvPr>
        </p:nvSpPr>
        <p:spPr>
          <a:xfrm>
            <a:off x="957600" y="31536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4" type="body"/>
          </p:nvPr>
        </p:nvSpPr>
        <p:spPr>
          <a:xfrm>
            <a:off x="957600" y="36324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58209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992701" y="31841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5716800" y="1047600"/>
            <a:ext cx="3088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76" name="Google Shape;76;p9"/>
          <p:cNvCxnSpPr/>
          <p:nvPr/>
        </p:nvCxnSpPr>
        <p:spPr>
          <a:xfrm>
            <a:off x="3494913" y="1359650"/>
            <a:ext cx="0" cy="2598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9"/>
          <p:cNvSpPr/>
          <p:nvPr/>
        </p:nvSpPr>
        <p:spPr>
          <a:xfrm>
            <a:off x="1495825" y="1274852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776475" y="1274852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1411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1411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3" type="subTitle"/>
          </p:nvPr>
        </p:nvSpPr>
        <p:spPr>
          <a:xfrm>
            <a:off x="3697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3697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39493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64427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2906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7840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 txBox="1"/>
          <p:nvPr>
            <p:ph type="title"/>
          </p:nvPr>
        </p:nvSpPr>
        <p:spPr>
          <a:xfrm>
            <a:off x="435600" y="1274400"/>
            <a:ext cx="3250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" type="subTitle"/>
          </p:nvPr>
        </p:nvSpPr>
        <p:spPr>
          <a:xfrm>
            <a:off x="41940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2" type="body"/>
          </p:nvPr>
        </p:nvSpPr>
        <p:spPr>
          <a:xfrm>
            <a:off x="41940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3" type="subTitle"/>
          </p:nvPr>
        </p:nvSpPr>
        <p:spPr>
          <a:xfrm>
            <a:off x="66888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4" type="body"/>
          </p:nvPr>
        </p:nvSpPr>
        <p:spPr>
          <a:xfrm>
            <a:off x="66888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/>
          <p:nvPr>
            <p:ph idx="2" type="pic"/>
          </p:nvPr>
        </p:nvSpPr>
        <p:spPr>
          <a:xfrm>
            <a:off x="363600" y="356400"/>
            <a:ext cx="2239200" cy="223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 rot="10800000">
            <a:off x="2603000" y="2595275"/>
            <a:ext cx="1160100" cy="115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1991300" y="3750075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>
            <p:ph type="title"/>
          </p:nvPr>
        </p:nvSpPr>
        <p:spPr>
          <a:xfrm>
            <a:off x="3913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3913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0" y="1441075"/>
            <a:ext cx="8780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10800000">
            <a:off x="50" y="4032550"/>
            <a:ext cx="1116000" cy="111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rot="10800000">
            <a:off x="8780225" y="1061875"/>
            <a:ext cx="381300" cy="3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/>
          <p:nvPr>
            <p:ph type="title"/>
          </p:nvPr>
        </p:nvSpPr>
        <p:spPr>
          <a:xfrm>
            <a:off x="385200" y="406800"/>
            <a:ext cx="801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subTitle"/>
          </p:nvPr>
        </p:nvSpPr>
        <p:spPr>
          <a:xfrm>
            <a:off x="381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2" type="body"/>
          </p:nvPr>
        </p:nvSpPr>
        <p:spPr>
          <a:xfrm>
            <a:off x="381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2"/>
          <p:cNvSpPr txBox="1"/>
          <p:nvPr>
            <p:ph idx="3" type="subTitle"/>
          </p:nvPr>
        </p:nvSpPr>
        <p:spPr>
          <a:xfrm>
            <a:off x="3225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4" type="body"/>
          </p:nvPr>
        </p:nvSpPr>
        <p:spPr>
          <a:xfrm>
            <a:off x="3225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5" type="subTitle"/>
          </p:nvPr>
        </p:nvSpPr>
        <p:spPr>
          <a:xfrm>
            <a:off x="60624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6" type="body"/>
          </p:nvPr>
        </p:nvSpPr>
        <p:spPr>
          <a:xfrm>
            <a:off x="60624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CUSTOM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3"/>
          <p:cNvCxnSpPr/>
          <p:nvPr/>
        </p:nvCxnSpPr>
        <p:spPr>
          <a:xfrm>
            <a:off x="4147138" y="1453875"/>
            <a:ext cx="0" cy="3099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3"/>
          <p:cNvSpPr/>
          <p:nvPr/>
        </p:nvSpPr>
        <p:spPr>
          <a:xfrm>
            <a:off x="2065050" y="1571477"/>
            <a:ext cx="187800" cy="1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372550" y="1571477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683725" y="1571477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6458288" y="1453875"/>
            <a:ext cx="0" cy="3099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3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/>
          <p:nvPr>
            <p:ph idx="1" type="subTitle"/>
          </p:nvPr>
        </p:nvSpPr>
        <p:spPr>
          <a:xfrm>
            <a:off x="19800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2" type="body"/>
          </p:nvPr>
        </p:nvSpPr>
        <p:spPr>
          <a:xfrm>
            <a:off x="19800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42912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4" type="body"/>
          </p:nvPr>
        </p:nvSpPr>
        <p:spPr>
          <a:xfrm>
            <a:off x="42912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5" type="subTitle"/>
          </p:nvPr>
        </p:nvSpPr>
        <p:spPr>
          <a:xfrm>
            <a:off x="66024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6" type="body"/>
          </p:nvPr>
        </p:nvSpPr>
        <p:spPr>
          <a:xfrm>
            <a:off x="66024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1980000" y="565200"/>
            <a:ext cx="6642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7949700" cy="482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14488" y="60277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4475" y="196770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14488" y="333832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949700" y="4829701"/>
            <a:ext cx="315300" cy="3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56250" y="-1"/>
            <a:ext cx="793500" cy="78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666000" y="500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2" type="body"/>
          </p:nvPr>
        </p:nvSpPr>
        <p:spPr>
          <a:xfrm>
            <a:off x="666000" y="1018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3" type="subTitle"/>
          </p:nvPr>
        </p:nvSpPr>
        <p:spPr>
          <a:xfrm>
            <a:off x="666000" y="18648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4" type="body"/>
          </p:nvPr>
        </p:nvSpPr>
        <p:spPr>
          <a:xfrm>
            <a:off x="666000" y="23832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5" type="subTitle"/>
          </p:nvPr>
        </p:nvSpPr>
        <p:spPr>
          <a:xfrm>
            <a:off x="666000" y="3236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6" type="body"/>
          </p:nvPr>
        </p:nvSpPr>
        <p:spPr>
          <a:xfrm>
            <a:off x="666000" y="3754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4"/>
          <p:cNvCxnSpPr/>
          <p:nvPr/>
        </p:nvCxnSpPr>
        <p:spPr>
          <a:xfrm rot="10800000">
            <a:off x="384525" y="1728450"/>
            <a:ext cx="7205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383581" y="3084600"/>
            <a:ext cx="7205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4"/>
          <p:cNvSpPr txBox="1"/>
          <p:nvPr>
            <p:ph type="title"/>
          </p:nvPr>
        </p:nvSpPr>
        <p:spPr>
          <a:xfrm rot="5400000">
            <a:off x="6312000" y="224880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CUSTOM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5"/>
          <p:cNvCxnSpPr/>
          <p:nvPr/>
        </p:nvCxnSpPr>
        <p:spPr>
          <a:xfrm>
            <a:off x="3383350" y="1008313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5"/>
          <p:cNvSpPr/>
          <p:nvPr/>
        </p:nvSpPr>
        <p:spPr>
          <a:xfrm>
            <a:off x="1433389" y="940757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591740" y="940757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28363" y="940757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5519950" y="1008313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5"/>
          <p:cNvSpPr txBox="1"/>
          <p:nvPr>
            <p:ph idx="1" type="subTitle"/>
          </p:nvPr>
        </p:nvSpPr>
        <p:spPr>
          <a:xfrm>
            <a:off x="13806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" type="body"/>
          </p:nvPr>
        </p:nvSpPr>
        <p:spPr>
          <a:xfrm>
            <a:off x="13806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3" type="subTitle"/>
          </p:nvPr>
        </p:nvSpPr>
        <p:spPr>
          <a:xfrm>
            <a:off x="35190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4" type="body"/>
          </p:nvPr>
        </p:nvSpPr>
        <p:spPr>
          <a:xfrm>
            <a:off x="35190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5" type="subTitle"/>
          </p:nvPr>
        </p:nvSpPr>
        <p:spPr>
          <a:xfrm>
            <a:off x="56538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6" type="body"/>
          </p:nvPr>
        </p:nvSpPr>
        <p:spPr>
          <a:xfrm>
            <a:off x="56538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type="title"/>
          </p:nvPr>
        </p:nvSpPr>
        <p:spPr>
          <a:xfrm>
            <a:off x="1351800" y="299088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0" name="Google Shape;160;p15"/>
          <p:cNvSpPr/>
          <p:nvPr>
            <p:ph idx="7" type="pic"/>
          </p:nvPr>
        </p:nvSpPr>
        <p:spPr>
          <a:xfrm>
            <a:off x="16071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/>
          <p:nvPr>
            <p:ph idx="8" type="pic"/>
          </p:nvPr>
        </p:nvSpPr>
        <p:spPr>
          <a:xfrm>
            <a:off x="37455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9" type="pic"/>
          </p:nvPr>
        </p:nvSpPr>
        <p:spPr>
          <a:xfrm>
            <a:off x="58803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3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1765325"/>
            <a:ext cx="9187200" cy="3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0" y="25"/>
            <a:ext cx="809400" cy="8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09550" y="805825"/>
            <a:ext cx="320700" cy="31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352800" y="311760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body"/>
          </p:nvPr>
        </p:nvSpPr>
        <p:spPr>
          <a:xfrm>
            <a:off x="352800" y="3708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6"/>
          <p:cNvSpPr/>
          <p:nvPr/>
        </p:nvSpPr>
        <p:spPr>
          <a:xfrm rot="10800000">
            <a:off x="471300" y="2712924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>
            <p:ph idx="3" type="subTitle"/>
          </p:nvPr>
        </p:nvSpPr>
        <p:spPr>
          <a:xfrm>
            <a:off x="2574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1" name="Google Shape;171;p16"/>
          <p:cNvSpPr txBox="1"/>
          <p:nvPr>
            <p:ph idx="4" type="body"/>
          </p:nvPr>
        </p:nvSpPr>
        <p:spPr>
          <a:xfrm>
            <a:off x="2574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6"/>
          <p:cNvSpPr/>
          <p:nvPr/>
        </p:nvSpPr>
        <p:spPr>
          <a:xfrm rot="10800000">
            <a:off x="26756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/>
          <p:nvPr>
            <p:ph idx="5" type="subTitle"/>
          </p:nvPr>
        </p:nvSpPr>
        <p:spPr>
          <a:xfrm>
            <a:off x="4788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6" type="body"/>
          </p:nvPr>
        </p:nvSpPr>
        <p:spPr>
          <a:xfrm>
            <a:off x="4788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6"/>
          <p:cNvSpPr/>
          <p:nvPr/>
        </p:nvSpPr>
        <p:spPr>
          <a:xfrm rot="10800000">
            <a:off x="48799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>
            <p:ph idx="7" type="subTitle"/>
          </p:nvPr>
        </p:nvSpPr>
        <p:spPr>
          <a:xfrm>
            <a:off x="7002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7" name="Google Shape;177;p16"/>
          <p:cNvSpPr txBox="1"/>
          <p:nvPr>
            <p:ph idx="8" type="body"/>
          </p:nvPr>
        </p:nvSpPr>
        <p:spPr>
          <a:xfrm>
            <a:off x="7002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6"/>
          <p:cNvSpPr/>
          <p:nvPr/>
        </p:nvSpPr>
        <p:spPr>
          <a:xfrm rot="10800000">
            <a:off x="70842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370800" y="7740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4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 rot="10800000">
            <a:off x="33483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 rot="10800000">
            <a:off x="250431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 rot="10800000">
            <a:off x="467378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 rot="10800000">
            <a:off x="684326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 rot="10800000">
            <a:off x="7496775" y="242838"/>
            <a:ext cx="1291200" cy="123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 rot="10800000">
            <a:off x="6843285" y="1476138"/>
            <a:ext cx="653400" cy="65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0862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57810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74757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91705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/>
          <p:nvPr>
            <p:ph idx="1" type="subTitle"/>
          </p:nvPr>
        </p:nvSpPr>
        <p:spPr>
          <a:xfrm>
            <a:off x="468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6" name="Google Shape;196;p17"/>
          <p:cNvSpPr txBox="1"/>
          <p:nvPr>
            <p:ph idx="2" type="body"/>
          </p:nvPr>
        </p:nvSpPr>
        <p:spPr>
          <a:xfrm>
            <a:off x="468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17"/>
          <p:cNvSpPr txBox="1"/>
          <p:nvPr>
            <p:ph idx="3" type="subTitle"/>
          </p:nvPr>
        </p:nvSpPr>
        <p:spPr>
          <a:xfrm>
            <a:off x="26352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4" type="body"/>
          </p:nvPr>
        </p:nvSpPr>
        <p:spPr>
          <a:xfrm>
            <a:off x="26352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17"/>
          <p:cNvSpPr txBox="1"/>
          <p:nvPr>
            <p:ph idx="5" type="subTitle"/>
          </p:nvPr>
        </p:nvSpPr>
        <p:spPr>
          <a:xfrm>
            <a:off x="4806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0" name="Google Shape;200;p17"/>
          <p:cNvSpPr txBox="1"/>
          <p:nvPr>
            <p:ph idx="6" type="body"/>
          </p:nvPr>
        </p:nvSpPr>
        <p:spPr>
          <a:xfrm>
            <a:off x="4806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7" type="subTitle"/>
          </p:nvPr>
        </p:nvSpPr>
        <p:spPr>
          <a:xfrm>
            <a:off x="69768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8" type="body"/>
          </p:nvPr>
        </p:nvSpPr>
        <p:spPr>
          <a:xfrm>
            <a:off x="69768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type="title"/>
          </p:nvPr>
        </p:nvSpPr>
        <p:spPr>
          <a:xfrm>
            <a:off x="370800" y="727200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1">
  <p:cSld name="CUSTOM_5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287000" y="1265975"/>
            <a:ext cx="6289200" cy="316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>
            <p:ph idx="1" type="subTitle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" type="body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3" type="subTitle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4" type="body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5" type="subTitle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6" type="body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type="title"/>
          </p:nvPr>
        </p:nvSpPr>
        <p:spPr>
          <a:xfrm>
            <a:off x="1288800" y="363600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6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 rot="10800000">
            <a:off x="247011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 rot="10800000">
            <a:off x="4639588" y="1352839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 rot="10800000">
            <a:off x="680906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 rot="10800000">
            <a:off x="1310025" y="1352850"/>
            <a:ext cx="1160100" cy="115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/>
          <p:nvPr/>
        </p:nvSpPr>
        <p:spPr>
          <a:xfrm rot="10800000">
            <a:off x="1034925" y="2507675"/>
            <a:ext cx="275100" cy="2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 rot="10800000">
            <a:off x="0" y="4534500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4390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713375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8285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 txBox="1"/>
          <p:nvPr>
            <p:ph idx="1" type="subTitle"/>
          </p:nvPr>
        </p:nvSpPr>
        <p:spPr>
          <a:xfrm>
            <a:off x="2602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3" name="Google Shape;233;p19"/>
          <p:cNvSpPr txBox="1"/>
          <p:nvPr>
            <p:ph idx="2" type="body"/>
          </p:nvPr>
        </p:nvSpPr>
        <p:spPr>
          <a:xfrm>
            <a:off x="2602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3" type="subTitle"/>
          </p:nvPr>
        </p:nvSpPr>
        <p:spPr>
          <a:xfrm>
            <a:off x="47700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4" type="body"/>
          </p:nvPr>
        </p:nvSpPr>
        <p:spPr>
          <a:xfrm>
            <a:off x="47700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5" type="subTitle"/>
          </p:nvPr>
        </p:nvSpPr>
        <p:spPr>
          <a:xfrm>
            <a:off x="6940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7" name="Google Shape;237;p19"/>
          <p:cNvSpPr txBox="1"/>
          <p:nvPr>
            <p:ph idx="6" type="body"/>
          </p:nvPr>
        </p:nvSpPr>
        <p:spPr>
          <a:xfrm>
            <a:off x="6940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19"/>
          <p:cNvSpPr txBox="1"/>
          <p:nvPr>
            <p:ph type="title"/>
          </p:nvPr>
        </p:nvSpPr>
        <p:spPr>
          <a:xfrm>
            <a:off x="2469600" y="565200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1">
  <p:cSld name="CUSTOM_7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0"/>
          <p:cNvCxnSpPr/>
          <p:nvPr/>
        </p:nvCxnSpPr>
        <p:spPr>
          <a:xfrm>
            <a:off x="1079125" y="2172725"/>
            <a:ext cx="7090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0"/>
          <p:cNvSpPr/>
          <p:nvPr/>
        </p:nvSpPr>
        <p:spPr>
          <a:xfrm>
            <a:off x="997405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510430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58505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7008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182801" y="41590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/>
          <p:nvPr>
            <p:ph type="title"/>
          </p:nvPr>
        </p:nvSpPr>
        <p:spPr>
          <a:xfrm>
            <a:off x="961200" y="10008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8" name="Google Shape;248;p20"/>
          <p:cNvSpPr txBox="1"/>
          <p:nvPr>
            <p:ph idx="1" type="subTitle"/>
          </p:nvPr>
        </p:nvSpPr>
        <p:spPr>
          <a:xfrm>
            <a:off x="9612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2" type="body"/>
          </p:nvPr>
        </p:nvSpPr>
        <p:spPr>
          <a:xfrm>
            <a:off x="9612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0" name="Google Shape;250;p20"/>
          <p:cNvSpPr txBox="1"/>
          <p:nvPr>
            <p:ph idx="3" type="subTitle"/>
          </p:nvPr>
        </p:nvSpPr>
        <p:spPr>
          <a:xfrm>
            <a:off x="34740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4" type="body"/>
          </p:nvPr>
        </p:nvSpPr>
        <p:spPr>
          <a:xfrm>
            <a:off x="34740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20"/>
          <p:cNvSpPr txBox="1"/>
          <p:nvPr>
            <p:ph idx="5" type="subTitle"/>
          </p:nvPr>
        </p:nvSpPr>
        <p:spPr>
          <a:xfrm>
            <a:off x="60228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6" type="body"/>
          </p:nvPr>
        </p:nvSpPr>
        <p:spPr>
          <a:xfrm>
            <a:off x="60228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8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1"/>
          <p:cNvCxnSpPr/>
          <p:nvPr/>
        </p:nvCxnSpPr>
        <p:spPr>
          <a:xfrm>
            <a:off x="4658925" y="21425"/>
            <a:ext cx="0" cy="5126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1"/>
          <p:cNvSpPr/>
          <p:nvPr/>
        </p:nvSpPr>
        <p:spPr>
          <a:xfrm>
            <a:off x="4565166" y="113755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4544115" y="246734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43875" y="379713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/>
          <p:nvPr>
            <p:ph idx="1" type="subTitle"/>
          </p:nvPr>
        </p:nvSpPr>
        <p:spPr>
          <a:xfrm>
            <a:off x="4928400" y="9180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2" type="body"/>
          </p:nvPr>
        </p:nvSpPr>
        <p:spPr>
          <a:xfrm>
            <a:off x="4928400" y="12852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3" type="subTitle"/>
          </p:nvPr>
        </p:nvSpPr>
        <p:spPr>
          <a:xfrm>
            <a:off x="4928400" y="22968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4" type="body"/>
          </p:nvPr>
        </p:nvSpPr>
        <p:spPr>
          <a:xfrm>
            <a:off x="4928400" y="26640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5" type="subTitle"/>
          </p:nvPr>
        </p:nvSpPr>
        <p:spPr>
          <a:xfrm>
            <a:off x="4928400" y="36756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6" type="body"/>
          </p:nvPr>
        </p:nvSpPr>
        <p:spPr>
          <a:xfrm>
            <a:off x="4928400" y="40428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8" name="Google Shape;268;p21"/>
          <p:cNvSpPr txBox="1"/>
          <p:nvPr>
            <p:ph type="title"/>
          </p:nvPr>
        </p:nvSpPr>
        <p:spPr>
          <a:xfrm>
            <a:off x="482400" y="2314800"/>
            <a:ext cx="347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">
  <p:cSld name="CUSTOM_9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2"/>
          <p:cNvCxnSpPr/>
          <p:nvPr/>
        </p:nvCxnSpPr>
        <p:spPr>
          <a:xfrm>
            <a:off x="-8675" y="2172725"/>
            <a:ext cx="916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2"/>
          <p:cNvSpPr/>
          <p:nvPr/>
        </p:nvSpPr>
        <p:spPr>
          <a:xfrm>
            <a:off x="223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509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795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081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>
            <p:ph idx="1" type="subTitle"/>
          </p:nvPr>
        </p:nvSpPr>
        <p:spPr>
          <a:xfrm>
            <a:off x="223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9" name="Google Shape;279;p22"/>
          <p:cNvSpPr txBox="1"/>
          <p:nvPr>
            <p:ph idx="2" type="body"/>
          </p:nvPr>
        </p:nvSpPr>
        <p:spPr>
          <a:xfrm>
            <a:off x="223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3" type="subTitle"/>
          </p:nvPr>
        </p:nvSpPr>
        <p:spPr>
          <a:xfrm>
            <a:off x="2509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4" type="body"/>
          </p:nvPr>
        </p:nvSpPr>
        <p:spPr>
          <a:xfrm>
            <a:off x="2509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2" name="Google Shape;282;p22"/>
          <p:cNvSpPr txBox="1"/>
          <p:nvPr>
            <p:ph idx="5" type="subTitle"/>
          </p:nvPr>
        </p:nvSpPr>
        <p:spPr>
          <a:xfrm>
            <a:off x="4795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6" type="body"/>
          </p:nvPr>
        </p:nvSpPr>
        <p:spPr>
          <a:xfrm>
            <a:off x="4795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22"/>
          <p:cNvSpPr txBox="1"/>
          <p:nvPr>
            <p:ph idx="7" type="subTitle"/>
          </p:nvPr>
        </p:nvSpPr>
        <p:spPr>
          <a:xfrm>
            <a:off x="7081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8" type="body"/>
          </p:nvPr>
        </p:nvSpPr>
        <p:spPr>
          <a:xfrm>
            <a:off x="7081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type="title"/>
          </p:nvPr>
        </p:nvSpPr>
        <p:spPr>
          <a:xfrm>
            <a:off x="1339225" y="888075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1">
  <p:cSld name="CUSTOM_10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3332075" y="796200"/>
            <a:ext cx="5448900" cy="355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57750" y="0"/>
            <a:ext cx="800100" cy="79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>
            <p:ph idx="2" type="pic"/>
          </p:nvPr>
        </p:nvSpPr>
        <p:spPr>
          <a:xfrm>
            <a:off x="957600" y="799200"/>
            <a:ext cx="2894400" cy="28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3"/>
          <p:cNvSpPr/>
          <p:nvPr/>
        </p:nvSpPr>
        <p:spPr>
          <a:xfrm>
            <a:off x="551625" y="3422575"/>
            <a:ext cx="2892600" cy="118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/>
          <p:nvPr>
            <p:ph type="title"/>
          </p:nvPr>
        </p:nvSpPr>
        <p:spPr>
          <a:xfrm>
            <a:off x="4230000" y="1033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1" type="body"/>
          </p:nvPr>
        </p:nvSpPr>
        <p:spPr>
          <a:xfrm>
            <a:off x="4230000" y="1717200"/>
            <a:ext cx="43272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3" type="subTitle"/>
          </p:nvPr>
        </p:nvSpPr>
        <p:spPr>
          <a:xfrm>
            <a:off x="756675" y="3541450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4" type="body"/>
          </p:nvPr>
        </p:nvSpPr>
        <p:spPr>
          <a:xfrm>
            <a:off x="756675" y="4031807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2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0" y="-10800"/>
            <a:ext cx="6821400" cy="18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821425" y="3703675"/>
            <a:ext cx="2322600" cy="14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 rot="10800000">
            <a:off x="1140600" y="3788549"/>
            <a:ext cx="242400" cy="2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>
            <p:ph idx="2" type="pic"/>
          </p:nvPr>
        </p:nvSpPr>
        <p:spPr>
          <a:xfrm>
            <a:off x="6819600" y="-9500"/>
            <a:ext cx="2322600" cy="371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4"/>
          <p:cNvSpPr txBox="1"/>
          <p:nvPr>
            <p:ph idx="1" type="subTitle"/>
          </p:nvPr>
        </p:nvSpPr>
        <p:spPr>
          <a:xfrm>
            <a:off x="7014300" y="392596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3" type="body"/>
          </p:nvPr>
        </p:nvSpPr>
        <p:spPr>
          <a:xfrm>
            <a:off x="7014300" y="443507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>
            <a:off x="349200" y="522800"/>
            <a:ext cx="626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4"/>
          <p:cNvSpPr txBox="1"/>
          <p:nvPr>
            <p:ph idx="4" type="body"/>
          </p:nvPr>
        </p:nvSpPr>
        <p:spPr>
          <a:xfrm>
            <a:off x="349200" y="1984575"/>
            <a:ext cx="62676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3">
  <p:cSld name="CUSTOM_12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152100" y="1006800"/>
            <a:ext cx="21324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1491250" y="3937108"/>
            <a:ext cx="793200" cy="78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 rot="10800000">
            <a:off x="1072974" y="4727100"/>
            <a:ext cx="418200" cy="41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 rot="10800000">
            <a:off x="8133001" y="0"/>
            <a:ext cx="1011000" cy="100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/>
          <p:nvPr>
            <p:ph idx="2" type="pic"/>
          </p:nvPr>
        </p:nvSpPr>
        <p:spPr>
          <a:xfrm>
            <a:off x="2286000" y="2224800"/>
            <a:ext cx="1918800" cy="17136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5"/>
          <p:cNvSpPr txBox="1"/>
          <p:nvPr>
            <p:ph type="title"/>
          </p:nvPr>
        </p:nvSpPr>
        <p:spPr>
          <a:xfrm>
            <a:off x="4356000" y="123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3" name="Google Shape;313;p25"/>
          <p:cNvSpPr txBox="1"/>
          <p:nvPr>
            <p:ph idx="1" type="body"/>
          </p:nvPr>
        </p:nvSpPr>
        <p:spPr>
          <a:xfrm>
            <a:off x="4356000" y="1828800"/>
            <a:ext cx="432720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4" name="Google Shape;314;p25"/>
          <p:cNvSpPr txBox="1"/>
          <p:nvPr>
            <p:ph idx="3" type="subTitle"/>
          </p:nvPr>
        </p:nvSpPr>
        <p:spPr>
          <a:xfrm>
            <a:off x="251700" y="112318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4" type="body"/>
          </p:nvPr>
        </p:nvSpPr>
        <p:spPr>
          <a:xfrm>
            <a:off x="251700" y="163230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v1">
  <p:cSld name="CUSTOM_13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6893725" y="2893800"/>
            <a:ext cx="2250900" cy="22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8459400" y="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15800" y="445125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667025" y="4104000"/>
            <a:ext cx="348900" cy="3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>
            <p:ph idx="2" type="pic"/>
          </p:nvPr>
        </p:nvSpPr>
        <p:spPr>
          <a:xfrm>
            <a:off x="4701600" y="691200"/>
            <a:ext cx="3758400" cy="375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26"/>
          <p:cNvSpPr txBox="1"/>
          <p:nvPr>
            <p:ph type="title"/>
          </p:nvPr>
        </p:nvSpPr>
        <p:spPr>
          <a:xfrm>
            <a:off x="327600" y="69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23" name="Google Shape;323;p26"/>
          <p:cNvSpPr txBox="1"/>
          <p:nvPr>
            <p:ph idx="1" type="body"/>
          </p:nvPr>
        </p:nvSpPr>
        <p:spPr>
          <a:xfrm>
            <a:off x="439200" y="17352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4" name="Google Shape;324;p26"/>
          <p:cNvSpPr txBox="1"/>
          <p:nvPr/>
        </p:nvSpPr>
        <p:spPr>
          <a:xfrm>
            <a:off x="438446" y="234388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38446" y="321105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6" name="Google Shape;326;p26"/>
          <p:cNvSpPr txBox="1"/>
          <p:nvPr>
            <p:ph idx="3" type="body"/>
          </p:nvPr>
        </p:nvSpPr>
        <p:spPr>
          <a:xfrm>
            <a:off x="439200" y="26028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7" name="Google Shape;327;p26"/>
          <p:cNvSpPr txBox="1"/>
          <p:nvPr/>
        </p:nvSpPr>
        <p:spPr>
          <a:xfrm>
            <a:off x="438446" y="1476713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8" name="Google Shape;328;p26"/>
          <p:cNvSpPr txBox="1"/>
          <p:nvPr>
            <p:ph idx="4" type="body"/>
          </p:nvPr>
        </p:nvSpPr>
        <p:spPr>
          <a:xfrm>
            <a:off x="439200" y="34704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v2">
  <p:cSld name="CUSTOM_14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7529401" y="353850"/>
            <a:ext cx="1614600" cy="160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7173980" y="0"/>
            <a:ext cx="355500" cy="35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7"/>
          <p:cNvSpPr/>
          <p:nvPr>
            <p:ph idx="2" type="pic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7"/>
          <p:cNvSpPr txBox="1"/>
          <p:nvPr>
            <p:ph type="title"/>
          </p:nvPr>
        </p:nvSpPr>
        <p:spPr>
          <a:xfrm>
            <a:off x="4402800" y="91800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4" name="Google Shape;334;p27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8" name="Google Shape;338;p27"/>
          <p:cNvSpPr txBox="1"/>
          <p:nvPr>
            <p:ph idx="1" type="body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9" name="Google Shape;339;p27"/>
          <p:cNvSpPr txBox="1"/>
          <p:nvPr>
            <p:ph idx="3" type="body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0" name="Google Shape;340;p27"/>
          <p:cNvSpPr txBox="1"/>
          <p:nvPr>
            <p:ph idx="4" type="body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1" name="Google Shape;341;p27"/>
          <p:cNvSpPr txBox="1"/>
          <p:nvPr>
            <p:ph idx="5" type="body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15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6877083" y="2876224"/>
            <a:ext cx="1615800" cy="160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61436" y="365681"/>
            <a:ext cx="2036400" cy="202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/>
          <p:nvPr>
            <p:ph type="title"/>
          </p:nvPr>
        </p:nvSpPr>
        <p:spPr>
          <a:xfrm>
            <a:off x="2885325" y="1859425"/>
            <a:ext cx="36462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7" name="Google Shape;347;p28"/>
          <p:cNvSpPr txBox="1"/>
          <p:nvPr>
            <p:ph idx="2" type="title"/>
          </p:nvPr>
        </p:nvSpPr>
        <p:spPr>
          <a:xfrm>
            <a:off x="2885354" y="2746477"/>
            <a:ext cx="3646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SemiBold"/>
              <a:buNone/>
              <a:defRPr b="0" sz="14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8" name="Google Shape;348;p28"/>
          <p:cNvSpPr/>
          <p:nvPr/>
        </p:nvSpPr>
        <p:spPr>
          <a:xfrm>
            <a:off x="8492822" y="4471946"/>
            <a:ext cx="365400" cy="3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1 ">
  <p:cSld name="CUSTOM_16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4368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80775" y="2045725"/>
            <a:ext cx="4914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2" name="Google Shape;352;p29"/>
          <p:cNvSpPr txBox="1"/>
          <p:nvPr>
            <p:ph idx="1" type="subTitle"/>
          </p:nvPr>
        </p:nvSpPr>
        <p:spPr>
          <a:xfrm>
            <a:off x="10960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3" name="Google Shape;353;p29"/>
          <p:cNvSpPr txBox="1"/>
          <p:nvPr>
            <p:ph idx="2" type="body"/>
          </p:nvPr>
        </p:nvSpPr>
        <p:spPr>
          <a:xfrm>
            <a:off x="10960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4" name="Google Shape;354;p29"/>
          <p:cNvSpPr/>
          <p:nvPr/>
        </p:nvSpPr>
        <p:spPr>
          <a:xfrm>
            <a:off x="33197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3198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6" name="Google Shape;356;p29"/>
          <p:cNvSpPr txBox="1"/>
          <p:nvPr>
            <p:ph idx="3" type="subTitle"/>
          </p:nvPr>
        </p:nvSpPr>
        <p:spPr>
          <a:xfrm>
            <a:off x="39789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7" name="Google Shape;357;p29"/>
          <p:cNvSpPr txBox="1"/>
          <p:nvPr>
            <p:ph idx="4" type="body"/>
          </p:nvPr>
        </p:nvSpPr>
        <p:spPr>
          <a:xfrm>
            <a:off x="39789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8" name="Google Shape;358;p29"/>
          <p:cNvSpPr/>
          <p:nvPr/>
        </p:nvSpPr>
        <p:spPr>
          <a:xfrm>
            <a:off x="62026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024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0" name="Google Shape;360;p29"/>
          <p:cNvSpPr txBox="1"/>
          <p:nvPr>
            <p:ph idx="5" type="subTitle"/>
          </p:nvPr>
        </p:nvSpPr>
        <p:spPr>
          <a:xfrm>
            <a:off x="68618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61" name="Google Shape;361;p29"/>
          <p:cNvSpPr txBox="1"/>
          <p:nvPr>
            <p:ph idx="6" type="body"/>
          </p:nvPr>
        </p:nvSpPr>
        <p:spPr>
          <a:xfrm>
            <a:off x="68618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2" name="Google Shape;362;p29"/>
          <p:cNvSpPr txBox="1"/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63" name="Google Shape;363;p29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1374" y="-1153"/>
            <a:ext cx="1280400" cy="12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2">
  <p:cSld name="CUSTOM_17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/>
          <p:nvPr/>
        </p:nvSpPr>
        <p:spPr>
          <a:xfrm>
            <a:off x="1362113" y="17623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36227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8" name="Google Shape;368;p30"/>
          <p:cNvSpPr txBox="1"/>
          <p:nvPr>
            <p:ph idx="1" type="subTitle"/>
          </p:nvPr>
        </p:nvSpPr>
        <p:spPr>
          <a:xfrm>
            <a:off x="72026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2" type="body"/>
          </p:nvPr>
        </p:nvSpPr>
        <p:spPr>
          <a:xfrm>
            <a:off x="72026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0" name="Google Shape;370;p30"/>
          <p:cNvSpPr/>
          <p:nvPr/>
        </p:nvSpPr>
        <p:spPr>
          <a:xfrm>
            <a:off x="4018238" y="1761750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4018400" y="1899463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2" name="Google Shape;372;p30"/>
          <p:cNvSpPr txBox="1"/>
          <p:nvPr>
            <p:ph idx="3" type="subTitle"/>
          </p:nvPr>
        </p:nvSpPr>
        <p:spPr>
          <a:xfrm>
            <a:off x="3376388" y="23514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73" name="Google Shape;373;p30"/>
          <p:cNvSpPr txBox="1"/>
          <p:nvPr>
            <p:ph idx="4" type="body"/>
          </p:nvPr>
        </p:nvSpPr>
        <p:spPr>
          <a:xfrm>
            <a:off x="3376388" y="29297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4" name="Google Shape;374;p30"/>
          <p:cNvSpPr/>
          <p:nvPr/>
        </p:nvSpPr>
        <p:spPr>
          <a:xfrm>
            <a:off x="6674363" y="1762338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67452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6" name="Google Shape;376;p30"/>
          <p:cNvSpPr txBox="1"/>
          <p:nvPr>
            <p:ph idx="5" type="subTitle"/>
          </p:nvPr>
        </p:nvSpPr>
        <p:spPr>
          <a:xfrm>
            <a:off x="603251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77" name="Google Shape;377;p30"/>
          <p:cNvSpPr txBox="1"/>
          <p:nvPr>
            <p:ph idx="6" type="body"/>
          </p:nvPr>
        </p:nvSpPr>
        <p:spPr>
          <a:xfrm>
            <a:off x="603251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30"/>
          <p:cNvSpPr txBox="1"/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9" name="Google Shape;379;p30"/>
          <p:cNvSpPr/>
          <p:nvPr/>
        </p:nvSpPr>
        <p:spPr>
          <a:xfrm>
            <a:off x="0" y="-1150"/>
            <a:ext cx="1088700" cy="108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088700" y="1082150"/>
            <a:ext cx="261000" cy="25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3 ">
  <p:cSld name="CUSTOM_18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4609713" y="4859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609875" y="6237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4" name="Google Shape;384;p31"/>
          <p:cNvSpPr txBox="1"/>
          <p:nvPr>
            <p:ph idx="1" type="subTitle"/>
          </p:nvPr>
        </p:nvSpPr>
        <p:spPr>
          <a:xfrm>
            <a:off x="5332475" y="48600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85" name="Google Shape;385;p31"/>
          <p:cNvSpPr txBox="1"/>
          <p:nvPr>
            <p:ph idx="2" type="body"/>
          </p:nvPr>
        </p:nvSpPr>
        <p:spPr>
          <a:xfrm>
            <a:off x="5332475" y="106435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6" name="Google Shape;386;p31"/>
          <p:cNvSpPr/>
          <p:nvPr/>
        </p:nvSpPr>
        <p:spPr>
          <a:xfrm>
            <a:off x="4610013" y="1885063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4610175" y="202277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8" name="Google Shape;388;p31"/>
          <p:cNvSpPr txBox="1"/>
          <p:nvPr>
            <p:ph idx="3" type="subTitle"/>
          </p:nvPr>
        </p:nvSpPr>
        <p:spPr>
          <a:xfrm>
            <a:off x="5332775" y="1885075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89" name="Google Shape;389;p31"/>
          <p:cNvSpPr txBox="1"/>
          <p:nvPr>
            <p:ph idx="4" type="body"/>
          </p:nvPr>
        </p:nvSpPr>
        <p:spPr>
          <a:xfrm>
            <a:off x="5332775" y="2463425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0" name="Google Shape;390;p31"/>
          <p:cNvSpPr/>
          <p:nvPr/>
        </p:nvSpPr>
        <p:spPr>
          <a:xfrm>
            <a:off x="4609863" y="3414038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610025" y="35517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92" name="Google Shape;392;p31"/>
          <p:cNvSpPr txBox="1"/>
          <p:nvPr>
            <p:ph idx="5" type="subTitle"/>
          </p:nvPr>
        </p:nvSpPr>
        <p:spPr>
          <a:xfrm>
            <a:off x="5332625" y="341405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3" name="Google Shape;393;p31"/>
          <p:cNvSpPr txBox="1"/>
          <p:nvPr>
            <p:ph idx="6" type="body"/>
          </p:nvPr>
        </p:nvSpPr>
        <p:spPr>
          <a:xfrm>
            <a:off x="5332625" y="399240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4" name="Google Shape;394;p31"/>
          <p:cNvSpPr txBox="1"/>
          <p:nvPr>
            <p:ph type="title"/>
          </p:nvPr>
        </p:nvSpPr>
        <p:spPr>
          <a:xfrm>
            <a:off x="391650" y="483600"/>
            <a:ext cx="3500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95" name="Google Shape;395;p31"/>
          <p:cNvSpPr/>
          <p:nvPr/>
        </p:nvSpPr>
        <p:spPr>
          <a:xfrm>
            <a:off x="0" y="3571200"/>
            <a:ext cx="1580700" cy="157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580700" y="3158700"/>
            <a:ext cx="414600" cy="41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1">
  <p:cSld name="CUSTOM_19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3937000" y="1397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937000" y="13898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937000" y="26398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937000" y="38899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210588" y="4284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4210750" y="5662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4" name="Google Shape;404;p32"/>
          <p:cNvSpPr txBox="1"/>
          <p:nvPr>
            <p:ph idx="1" type="subTitle"/>
          </p:nvPr>
        </p:nvSpPr>
        <p:spPr>
          <a:xfrm>
            <a:off x="4869825" y="2663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5" name="Google Shape;405;p32"/>
          <p:cNvSpPr txBox="1"/>
          <p:nvPr>
            <p:ph idx="2" type="body"/>
          </p:nvPr>
        </p:nvSpPr>
        <p:spPr>
          <a:xfrm>
            <a:off x="4869825" y="6359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6" name="Google Shape;406;p32"/>
          <p:cNvSpPr/>
          <p:nvPr/>
        </p:nvSpPr>
        <p:spPr>
          <a:xfrm>
            <a:off x="4150825" y="16785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4150988" y="18162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8" name="Google Shape;408;p32"/>
          <p:cNvSpPr txBox="1"/>
          <p:nvPr>
            <p:ph idx="3" type="subTitle"/>
          </p:nvPr>
        </p:nvSpPr>
        <p:spPr>
          <a:xfrm>
            <a:off x="4810063" y="15164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9" name="Google Shape;409;p32"/>
          <p:cNvSpPr txBox="1"/>
          <p:nvPr>
            <p:ph idx="4" type="body"/>
          </p:nvPr>
        </p:nvSpPr>
        <p:spPr>
          <a:xfrm>
            <a:off x="4810063" y="18860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0" name="Google Shape;410;p32"/>
          <p:cNvSpPr/>
          <p:nvPr/>
        </p:nvSpPr>
        <p:spPr>
          <a:xfrm>
            <a:off x="4150825" y="29285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4150988" y="30663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2" name="Google Shape;412;p32"/>
          <p:cNvSpPr txBox="1"/>
          <p:nvPr>
            <p:ph idx="5" type="subTitle"/>
          </p:nvPr>
        </p:nvSpPr>
        <p:spPr>
          <a:xfrm>
            <a:off x="4810063" y="27664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3" name="Google Shape;413;p32"/>
          <p:cNvSpPr txBox="1"/>
          <p:nvPr>
            <p:ph idx="6" type="body"/>
          </p:nvPr>
        </p:nvSpPr>
        <p:spPr>
          <a:xfrm>
            <a:off x="4810063" y="31360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4" name="Google Shape;414;p32"/>
          <p:cNvSpPr/>
          <p:nvPr/>
        </p:nvSpPr>
        <p:spPr>
          <a:xfrm>
            <a:off x="4150825" y="41786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4150988" y="43163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6" name="Google Shape;416;p32"/>
          <p:cNvSpPr txBox="1"/>
          <p:nvPr>
            <p:ph idx="7" type="subTitle"/>
          </p:nvPr>
        </p:nvSpPr>
        <p:spPr>
          <a:xfrm>
            <a:off x="4810063" y="40165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7" name="Google Shape;417;p32"/>
          <p:cNvSpPr txBox="1"/>
          <p:nvPr>
            <p:ph idx="8" type="body"/>
          </p:nvPr>
        </p:nvSpPr>
        <p:spPr>
          <a:xfrm>
            <a:off x="4810063" y="43861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8" name="Google Shape;418;p32"/>
          <p:cNvSpPr txBox="1"/>
          <p:nvPr>
            <p:ph type="title"/>
          </p:nvPr>
        </p:nvSpPr>
        <p:spPr>
          <a:xfrm>
            <a:off x="464225" y="2301750"/>
            <a:ext cx="3019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19" name="Google Shape;419;p32"/>
          <p:cNvSpPr/>
          <p:nvPr/>
        </p:nvSpPr>
        <p:spPr>
          <a:xfrm flipH="1" rot="10800000">
            <a:off x="0" y="-4"/>
            <a:ext cx="1041900" cy="103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 flipH="1" rot="10800000">
            <a:off x="1042036" y="1036625"/>
            <a:ext cx="273300" cy="27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2 ">
  <p:cSld name="CUSTOM_20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/>
          <p:nvPr/>
        </p:nvSpPr>
        <p:spPr>
          <a:xfrm>
            <a:off x="353775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16757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79738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842720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/>
          <p:nvPr>
            <p:ph idx="1" type="subTitle"/>
          </p:nvPr>
        </p:nvSpPr>
        <p:spPr>
          <a:xfrm>
            <a:off x="353775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27" name="Google Shape;427;p33"/>
          <p:cNvSpPr txBox="1"/>
          <p:nvPr>
            <p:ph idx="2" type="body"/>
          </p:nvPr>
        </p:nvSpPr>
        <p:spPr>
          <a:xfrm>
            <a:off x="353775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8" name="Google Shape;428;p33"/>
          <p:cNvSpPr/>
          <p:nvPr/>
        </p:nvSpPr>
        <p:spPr>
          <a:xfrm>
            <a:off x="353776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53919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0" name="Google Shape;430;p33"/>
          <p:cNvSpPr txBox="1"/>
          <p:nvPr>
            <p:ph idx="3" type="subTitle"/>
          </p:nvPr>
        </p:nvSpPr>
        <p:spPr>
          <a:xfrm>
            <a:off x="2516763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1" name="Google Shape;431;p33"/>
          <p:cNvSpPr txBox="1"/>
          <p:nvPr>
            <p:ph idx="4" type="body"/>
          </p:nvPr>
        </p:nvSpPr>
        <p:spPr>
          <a:xfrm>
            <a:off x="2516763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2" name="Google Shape;432;p33"/>
          <p:cNvSpPr/>
          <p:nvPr/>
        </p:nvSpPr>
        <p:spPr>
          <a:xfrm>
            <a:off x="2516764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16906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4" name="Google Shape;434;p33"/>
          <p:cNvSpPr txBox="1"/>
          <p:nvPr>
            <p:ph idx="5" type="subTitle"/>
          </p:nvPr>
        </p:nvSpPr>
        <p:spPr>
          <a:xfrm>
            <a:off x="4679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5" name="Google Shape;435;p33"/>
          <p:cNvSpPr txBox="1"/>
          <p:nvPr>
            <p:ph idx="6" type="body"/>
          </p:nvPr>
        </p:nvSpPr>
        <p:spPr>
          <a:xfrm>
            <a:off x="4679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6" name="Google Shape;436;p33"/>
          <p:cNvSpPr/>
          <p:nvPr/>
        </p:nvSpPr>
        <p:spPr>
          <a:xfrm>
            <a:off x="4679751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4679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8" name="Google Shape;438;p33"/>
          <p:cNvSpPr txBox="1"/>
          <p:nvPr>
            <p:ph idx="7" type="subTitle"/>
          </p:nvPr>
        </p:nvSpPr>
        <p:spPr>
          <a:xfrm>
            <a:off x="6842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9" name="Google Shape;439;p33"/>
          <p:cNvSpPr txBox="1"/>
          <p:nvPr>
            <p:ph idx="8" type="body"/>
          </p:nvPr>
        </p:nvSpPr>
        <p:spPr>
          <a:xfrm>
            <a:off x="6842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0" name="Google Shape;440;p33"/>
          <p:cNvSpPr/>
          <p:nvPr/>
        </p:nvSpPr>
        <p:spPr>
          <a:xfrm>
            <a:off x="6842751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6842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42" name="Google Shape;442;p33"/>
          <p:cNvSpPr txBox="1"/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43" name="Google Shape;443;p33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3">
  <p:cSld name="CUSTOM_2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352800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653138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96823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719998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6" name="Google Shape;456;p34"/>
          <p:cNvSpPr txBox="1"/>
          <p:nvPr>
            <p:ph idx="1" type="subTitle"/>
          </p:nvPr>
        </p:nvSpPr>
        <p:spPr>
          <a:xfrm>
            <a:off x="352800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57" name="Google Shape;457;p34"/>
          <p:cNvSpPr txBox="1"/>
          <p:nvPr>
            <p:ph idx="2" type="body"/>
          </p:nvPr>
        </p:nvSpPr>
        <p:spPr>
          <a:xfrm>
            <a:off x="352800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8" name="Google Shape;458;p34"/>
          <p:cNvSpPr txBox="1"/>
          <p:nvPr>
            <p:ph idx="3" type="subTitle"/>
          </p:nvPr>
        </p:nvSpPr>
        <p:spPr>
          <a:xfrm>
            <a:off x="2660519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59" name="Google Shape;459;p34"/>
          <p:cNvSpPr txBox="1"/>
          <p:nvPr>
            <p:ph idx="4" type="body"/>
          </p:nvPr>
        </p:nvSpPr>
        <p:spPr>
          <a:xfrm>
            <a:off x="2660519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0" name="Google Shape;460;p34"/>
          <p:cNvSpPr txBox="1"/>
          <p:nvPr>
            <p:ph idx="5" type="subTitle"/>
          </p:nvPr>
        </p:nvSpPr>
        <p:spPr>
          <a:xfrm>
            <a:off x="4953475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61" name="Google Shape;461;p34"/>
          <p:cNvSpPr txBox="1"/>
          <p:nvPr>
            <p:ph idx="6" type="body"/>
          </p:nvPr>
        </p:nvSpPr>
        <p:spPr>
          <a:xfrm>
            <a:off x="4953475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2" name="Google Shape;462;p34"/>
          <p:cNvSpPr txBox="1"/>
          <p:nvPr>
            <p:ph idx="7" type="subTitle"/>
          </p:nvPr>
        </p:nvSpPr>
        <p:spPr>
          <a:xfrm>
            <a:off x="7200007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63" name="Google Shape;463;p34"/>
          <p:cNvSpPr txBox="1"/>
          <p:nvPr>
            <p:ph idx="8" type="body"/>
          </p:nvPr>
        </p:nvSpPr>
        <p:spPr>
          <a:xfrm>
            <a:off x="7200007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4" name="Google Shape;464;p34"/>
          <p:cNvSpPr txBox="1"/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5" name="Google Shape;465;p34"/>
          <p:cNvSpPr/>
          <p:nvPr/>
        </p:nvSpPr>
        <p:spPr>
          <a:xfrm rot="10800000">
            <a:off x="6" y="3982616"/>
            <a:ext cx="1052700" cy="10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 rot="10800000">
            <a:off x="1052747" y="4987675"/>
            <a:ext cx="205800" cy="19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 rot="10800000">
            <a:off x="8091306" y="-9"/>
            <a:ext cx="1052700" cy="10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1">
  <p:cSld name="CUSTOM_22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/>
          <p:nvPr/>
        </p:nvSpPr>
        <p:spPr>
          <a:xfrm>
            <a:off x="356312" y="1355968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 rot="10800000">
            <a:off x="356582" y="1355848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9818" y="1430161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35"/>
          <p:cNvSpPr txBox="1"/>
          <p:nvPr>
            <p:ph idx="1" type="subTitle"/>
          </p:nvPr>
        </p:nvSpPr>
        <p:spPr>
          <a:xfrm>
            <a:off x="461118" y="2287725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73" name="Google Shape;473;p35"/>
          <p:cNvSpPr txBox="1"/>
          <p:nvPr>
            <p:ph idx="2" type="body"/>
          </p:nvPr>
        </p:nvSpPr>
        <p:spPr>
          <a:xfrm>
            <a:off x="461118" y="3005901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35"/>
          <p:cNvSpPr/>
          <p:nvPr/>
        </p:nvSpPr>
        <p:spPr>
          <a:xfrm>
            <a:off x="2064833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>
            <a:off x="2065103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2138339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5"/>
          <p:cNvSpPr txBox="1"/>
          <p:nvPr>
            <p:ph idx="3" type="subTitle"/>
          </p:nvPr>
        </p:nvSpPr>
        <p:spPr>
          <a:xfrm>
            <a:off x="2170519" y="2287739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78" name="Google Shape;478;p35"/>
          <p:cNvSpPr txBox="1"/>
          <p:nvPr>
            <p:ph idx="4" type="body"/>
          </p:nvPr>
        </p:nvSpPr>
        <p:spPr>
          <a:xfrm>
            <a:off x="2170519" y="3005879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9" name="Google Shape;479;p35"/>
          <p:cNvSpPr/>
          <p:nvPr/>
        </p:nvSpPr>
        <p:spPr>
          <a:xfrm>
            <a:off x="3773329" y="1355980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10800000">
            <a:off x="3773599" y="1355861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846834" y="1430173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5"/>
          <p:cNvSpPr txBox="1"/>
          <p:nvPr>
            <p:ph idx="5" type="subTitle"/>
          </p:nvPr>
        </p:nvSpPr>
        <p:spPr>
          <a:xfrm>
            <a:off x="3879029" y="2287736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3" name="Google Shape;483;p35"/>
          <p:cNvSpPr txBox="1"/>
          <p:nvPr>
            <p:ph idx="6" type="body"/>
          </p:nvPr>
        </p:nvSpPr>
        <p:spPr>
          <a:xfrm>
            <a:off x="3879029" y="3005876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4" name="Google Shape;484;p35"/>
          <p:cNvSpPr/>
          <p:nvPr/>
        </p:nvSpPr>
        <p:spPr>
          <a:xfrm>
            <a:off x="5481850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 rot="10800000">
            <a:off x="5482120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5555355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35"/>
          <p:cNvSpPr txBox="1"/>
          <p:nvPr>
            <p:ph idx="7" type="subTitle"/>
          </p:nvPr>
        </p:nvSpPr>
        <p:spPr>
          <a:xfrm>
            <a:off x="5588430" y="228715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8" name="Google Shape;488;p35"/>
          <p:cNvSpPr txBox="1"/>
          <p:nvPr>
            <p:ph idx="8" type="body"/>
          </p:nvPr>
        </p:nvSpPr>
        <p:spPr>
          <a:xfrm>
            <a:off x="5588430" y="3005294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p35"/>
          <p:cNvSpPr/>
          <p:nvPr/>
        </p:nvSpPr>
        <p:spPr>
          <a:xfrm>
            <a:off x="7190345" y="135627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 rot="10800000">
            <a:off x="7190615" y="135615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7263851" y="143046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35"/>
          <p:cNvSpPr txBox="1"/>
          <p:nvPr>
            <p:ph idx="9" type="subTitle"/>
          </p:nvPr>
        </p:nvSpPr>
        <p:spPr>
          <a:xfrm>
            <a:off x="7296024" y="228744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3" name="Google Shape;493;p35"/>
          <p:cNvSpPr txBox="1"/>
          <p:nvPr>
            <p:ph idx="13" type="body"/>
          </p:nvPr>
        </p:nvSpPr>
        <p:spPr>
          <a:xfrm>
            <a:off x="7296024" y="3005572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4" name="Google Shape;494;p35"/>
          <p:cNvSpPr txBox="1"/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5" name="Google Shape;495;p35"/>
          <p:cNvSpPr/>
          <p:nvPr/>
        </p:nvSpPr>
        <p:spPr>
          <a:xfrm>
            <a:off x="0" y="239138"/>
            <a:ext cx="1128000" cy="112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 rot="10800000">
            <a:off x="1128300" y="38"/>
            <a:ext cx="239700" cy="23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2">
  <p:cSld name="CUSTOM_2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>
            <a:off x="1038562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038725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00" name="Google Shape;500;p36"/>
          <p:cNvSpPr txBox="1"/>
          <p:nvPr>
            <p:ph idx="1" type="subTitle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1" name="Google Shape;501;p36"/>
          <p:cNvSpPr txBox="1"/>
          <p:nvPr>
            <p:ph idx="2" type="body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2" name="Google Shape;502;p36"/>
          <p:cNvSpPr txBox="1"/>
          <p:nvPr>
            <p:ph idx="3" type="subTitle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3" name="Google Shape;503;p36"/>
          <p:cNvSpPr txBox="1"/>
          <p:nvPr>
            <p:ph idx="4" type="body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4" name="Google Shape;504;p36"/>
          <p:cNvSpPr txBox="1"/>
          <p:nvPr>
            <p:ph idx="5" type="subTitle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5" name="Google Shape;505;p36"/>
          <p:cNvSpPr txBox="1"/>
          <p:nvPr>
            <p:ph idx="6" type="body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6" name="Google Shape;506;p36"/>
          <p:cNvSpPr txBox="1"/>
          <p:nvPr>
            <p:ph idx="7" type="subTitle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7" name="Google Shape;507;p36"/>
          <p:cNvSpPr txBox="1"/>
          <p:nvPr>
            <p:ph idx="8" type="body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8" name="Google Shape;508;p36"/>
          <p:cNvSpPr txBox="1"/>
          <p:nvPr>
            <p:ph idx="9" type="subTitle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9" name="Google Shape;509;p36"/>
          <p:cNvSpPr txBox="1"/>
          <p:nvPr>
            <p:ph idx="13" type="body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10" name="Google Shape;510;p36"/>
          <p:cNvSpPr/>
          <p:nvPr/>
        </p:nvSpPr>
        <p:spPr>
          <a:xfrm>
            <a:off x="2675500" y="230282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2675663" y="244096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312425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4312588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949350" y="2303401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5949513" y="2441544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7586487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7586650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8" name="Google Shape;518;p36"/>
          <p:cNvSpPr txBox="1"/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9" name="Google Shape;519;p36"/>
          <p:cNvSpPr/>
          <p:nvPr/>
        </p:nvSpPr>
        <p:spPr>
          <a:xfrm>
            <a:off x="8384400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3">
  <p:cSld name="CUSTOM_24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7"/>
          <p:cNvCxnSpPr/>
          <p:nvPr/>
        </p:nvCxnSpPr>
        <p:spPr>
          <a:xfrm>
            <a:off x="3256650" y="4500"/>
            <a:ext cx="0" cy="5134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37"/>
          <p:cNvSpPr/>
          <p:nvPr/>
        </p:nvSpPr>
        <p:spPr>
          <a:xfrm>
            <a:off x="3031250" y="1939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3031387" y="3103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5" name="Google Shape;525;p37"/>
          <p:cNvSpPr txBox="1"/>
          <p:nvPr>
            <p:ph idx="1" type="subTitle"/>
          </p:nvPr>
        </p:nvSpPr>
        <p:spPr>
          <a:xfrm>
            <a:off x="3643200" y="1393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26" name="Google Shape;526;p37"/>
          <p:cNvSpPr txBox="1"/>
          <p:nvPr>
            <p:ph idx="2" type="body"/>
          </p:nvPr>
        </p:nvSpPr>
        <p:spPr>
          <a:xfrm>
            <a:off x="3643200" y="4868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37"/>
          <p:cNvSpPr/>
          <p:nvPr/>
        </p:nvSpPr>
        <p:spPr>
          <a:xfrm>
            <a:off x="3031375" y="11900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031512" y="1306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9" name="Google Shape;529;p37"/>
          <p:cNvSpPr txBox="1"/>
          <p:nvPr>
            <p:ph idx="3" type="subTitle"/>
          </p:nvPr>
        </p:nvSpPr>
        <p:spPr>
          <a:xfrm>
            <a:off x="3643325" y="11353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body"/>
          </p:nvPr>
        </p:nvSpPr>
        <p:spPr>
          <a:xfrm>
            <a:off x="3643325" y="14829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1" name="Google Shape;531;p37"/>
          <p:cNvSpPr/>
          <p:nvPr/>
        </p:nvSpPr>
        <p:spPr>
          <a:xfrm>
            <a:off x="3031250" y="21860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3031387" y="23024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3" name="Google Shape;533;p37"/>
          <p:cNvSpPr txBox="1"/>
          <p:nvPr>
            <p:ph idx="5" type="subTitle"/>
          </p:nvPr>
        </p:nvSpPr>
        <p:spPr>
          <a:xfrm>
            <a:off x="3643200" y="21314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6" type="body"/>
          </p:nvPr>
        </p:nvSpPr>
        <p:spPr>
          <a:xfrm>
            <a:off x="3643200" y="24789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5" name="Google Shape;535;p37"/>
          <p:cNvSpPr/>
          <p:nvPr/>
        </p:nvSpPr>
        <p:spPr>
          <a:xfrm>
            <a:off x="3031500" y="31821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3031637" y="32984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7" name="Google Shape;537;p37"/>
          <p:cNvSpPr txBox="1"/>
          <p:nvPr>
            <p:ph idx="7" type="subTitle"/>
          </p:nvPr>
        </p:nvSpPr>
        <p:spPr>
          <a:xfrm>
            <a:off x="3643450" y="31274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8" type="body"/>
          </p:nvPr>
        </p:nvSpPr>
        <p:spPr>
          <a:xfrm>
            <a:off x="3643450" y="34750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9" name="Google Shape;539;p37"/>
          <p:cNvSpPr/>
          <p:nvPr/>
        </p:nvSpPr>
        <p:spPr>
          <a:xfrm>
            <a:off x="3031250" y="41781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0" name="Google Shape;540;p37"/>
          <p:cNvSpPr txBox="1"/>
          <p:nvPr/>
        </p:nvSpPr>
        <p:spPr>
          <a:xfrm>
            <a:off x="3030612" y="4294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41" name="Google Shape;541;p37"/>
          <p:cNvSpPr txBox="1"/>
          <p:nvPr>
            <p:ph idx="9" type="subTitle"/>
          </p:nvPr>
        </p:nvSpPr>
        <p:spPr>
          <a:xfrm>
            <a:off x="3643200" y="41235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3" type="body"/>
          </p:nvPr>
        </p:nvSpPr>
        <p:spPr>
          <a:xfrm>
            <a:off x="3643200" y="44710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3" name="Google Shape;543;p37"/>
          <p:cNvSpPr txBox="1"/>
          <p:nvPr>
            <p:ph type="title"/>
          </p:nvPr>
        </p:nvSpPr>
        <p:spPr>
          <a:xfrm>
            <a:off x="344850" y="1878425"/>
            <a:ext cx="2331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4" name="Google Shape;544;p37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7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None/>
              <a:defRPr b="1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/>
          <p:nvPr>
            <p:ph idx="1" type="body"/>
          </p:nvPr>
        </p:nvSpPr>
        <p:spPr>
          <a:xfrm>
            <a:off x="658800" y="793750"/>
            <a:ext cx="63648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300">
                <a:latin typeface="Hanken Grotesk"/>
                <a:ea typeface="Hanken Grotesk"/>
                <a:cs typeface="Hanken Grotesk"/>
                <a:sym typeface="Hanken Grotesk"/>
              </a:rPr>
              <a:t>From Explainability to Reliability</a:t>
            </a:r>
            <a:endParaRPr b="1" sz="2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100">
                <a:latin typeface="Hanken Grotesk"/>
                <a:ea typeface="Hanken Grotesk"/>
                <a:cs typeface="Hanken Grotesk"/>
                <a:sym typeface="Hanken Grotesk"/>
              </a:rPr>
              <a:t>Enhancing AI for Software Defect Prediction</a:t>
            </a:r>
            <a:br>
              <a:rPr b="1" lang="en-GB" sz="2300">
                <a:latin typeface="Lexend"/>
                <a:ea typeface="Lexend"/>
                <a:cs typeface="Lexend"/>
                <a:sym typeface="Lexend"/>
              </a:rPr>
            </a:br>
            <a:endParaRPr b="1"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Student Name:</a:t>
            </a:r>
            <a:r>
              <a:rPr lang="en-GB"/>
              <a:t> Udit Jain</a:t>
            </a:r>
            <a:br>
              <a:rPr lang="en-GB"/>
            </a:br>
            <a:r>
              <a:rPr b="1" lang="en-GB">
                <a:latin typeface="Lexend"/>
                <a:ea typeface="Lexend"/>
                <a:cs typeface="Lexend"/>
                <a:sym typeface="Lexend"/>
              </a:rPr>
              <a:t>Roll No:</a:t>
            </a:r>
            <a:r>
              <a:rPr lang="en-GB"/>
              <a:t> 24CSM1R23</a:t>
            </a:r>
            <a:br>
              <a:rPr lang="en-GB"/>
            </a:br>
            <a:r>
              <a:rPr b="1" lang="en-GB">
                <a:latin typeface="Lexend"/>
                <a:ea typeface="Lexend"/>
                <a:cs typeface="Lexend"/>
                <a:sym typeface="Lexend"/>
              </a:rPr>
              <a:t>Guide Name:</a:t>
            </a:r>
            <a:r>
              <a:rPr lang="en-GB"/>
              <a:t> Dr. Manjubala Bisi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658800" y="864475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Scope of the Project</a:t>
            </a:r>
            <a:endParaRPr/>
          </a:p>
        </p:txBody>
      </p:sp>
      <p:sp>
        <p:nvSpPr>
          <p:cNvPr id="556" name="Google Shape;556;p39"/>
          <p:cNvSpPr txBox="1"/>
          <p:nvPr>
            <p:ph idx="4294967295" type="body"/>
          </p:nvPr>
        </p:nvSpPr>
        <p:spPr>
          <a:xfrm>
            <a:off x="658800" y="1411675"/>
            <a:ext cx="52296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using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explain software defect prediction models and on evaluating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those explanations.</a:t>
            </a:r>
            <a:b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goal is to ensure developers and stakeholders can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trust, validate, and interpret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model’s reasoning—not just its predictions.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clearer understanding of which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metrics truly drive defect predictions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measures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strengthen trust in SHAP explanations.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Ultimately, this work bridges the gap between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explainability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trustworthy, actionable insights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software engineering.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7" name="Google Shape;5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325" y="1788925"/>
            <a:ext cx="2632699" cy="13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/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586550" y="1588775"/>
            <a:ext cx="79353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Explainable AI (XAI):</a:t>
            </a:r>
            <a:r>
              <a:rPr lang="en-GB" sz="1100">
                <a:solidFill>
                  <a:schemeClr val="dk1"/>
                </a:solidFill>
              </a:rPr>
              <a:t> Makes AI decisions understandable to humans, building clarity.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Importance:</a:t>
            </a:r>
            <a:r>
              <a:rPr lang="en-GB" sz="1100">
                <a:solidFill>
                  <a:schemeClr val="dk1"/>
                </a:solidFill>
              </a:rPr>
              <a:t> Enhances </a:t>
            </a:r>
            <a:r>
              <a:rPr b="1" lang="en-GB" sz="1100">
                <a:solidFill>
                  <a:schemeClr val="dk1"/>
                </a:solidFill>
              </a:rPr>
              <a:t>trust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transparency</a:t>
            </a:r>
            <a:r>
              <a:rPr lang="en-GB" sz="1100">
                <a:solidFill>
                  <a:schemeClr val="dk1"/>
                </a:solidFill>
              </a:rPr>
              <a:t> in model outputs.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Reliability:</a:t>
            </a:r>
            <a:r>
              <a:rPr lang="en-GB" sz="1100">
                <a:solidFill>
                  <a:schemeClr val="dk1"/>
                </a:solidFill>
              </a:rPr>
              <a:t> Goes beyond explanation, ensuring insights are </a:t>
            </a:r>
            <a:r>
              <a:rPr b="1" lang="en-GB" sz="1100">
                <a:solidFill>
                  <a:schemeClr val="dk1"/>
                </a:solidFill>
              </a:rPr>
              <a:t>consistent, stable, and truly reflective</a:t>
            </a:r>
            <a:r>
              <a:rPr lang="en-GB" sz="1100">
                <a:solidFill>
                  <a:schemeClr val="dk1"/>
                </a:solidFill>
              </a:rPr>
              <a:t> of model behavior.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Relevance in Software Defect Prediction:</a:t>
            </a:r>
            <a:r>
              <a:rPr lang="en-GB" sz="1100">
                <a:solidFill>
                  <a:schemeClr val="dk1"/>
                </a:solidFill>
              </a:rPr>
              <a:t> Reliable explanations empower developers and stakeholders to act with confidence, leading to </a:t>
            </a:r>
            <a:r>
              <a:rPr b="1" lang="en-GB" sz="1100">
                <a:solidFill>
                  <a:schemeClr val="dk1"/>
                </a:solidFill>
              </a:rPr>
              <a:t>better software quality</a:t>
            </a:r>
            <a:r>
              <a:rPr lang="en-GB" sz="1100">
                <a:solidFill>
                  <a:schemeClr val="dk1"/>
                </a:solidFill>
              </a:rPr>
              <a:t> and reduced risks.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"/>
          <p:cNvSpPr txBox="1"/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Problem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Challenges :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AI models often lack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transparency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their predictions.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Difficulty in understanding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different software metrics influence defect prediction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Explanations may vary across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datasets, folds, and domains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reducing trust.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availability of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reliable, standardized defect data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addressing these challenges, AI explanations remain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hard to trust and act upon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/>
              <a:t>Understanding these challenges is crucial for effective solutions!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2"/>
          <p:cNvSpPr txBox="1"/>
          <p:nvPr>
            <p:ph type="title"/>
          </p:nvPr>
        </p:nvSpPr>
        <p:spPr>
          <a:xfrm>
            <a:off x="218550" y="199125"/>
            <a:ext cx="7443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575" name="Google Shape;575;p42"/>
          <p:cNvSpPr txBox="1"/>
          <p:nvPr>
            <p:ph idx="1" type="body"/>
          </p:nvPr>
        </p:nvSpPr>
        <p:spPr>
          <a:xfrm>
            <a:off x="229525" y="746325"/>
            <a:ext cx="70872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prior work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prioritizes accuracy or raw interpretability, while reliability is rarely stress-tested; existing reliability implementations are largely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a single generalized k-fold SHAP/LIME framework.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approaches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under-specify core explainability dimensions: explanations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vary with train/test splits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(hurting generalization), can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disagree with model attributions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(low concordance), and may lack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endParaRPr/>
          </a:p>
        </p:txBody>
      </p:sp>
      <p:graphicFrame>
        <p:nvGraphicFramePr>
          <p:cNvPr id="576" name="Google Shape;576;p42"/>
          <p:cNvGraphicFramePr/>
          <p:nvPr/>
        </p:nvGraphicFramePr>
        <p:xfrm>
          <a:off x="1157325" y="23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{6D073DFB-E210-4E85-AA2E-F60EBB2FB4A8}</a:tableStyleId>
              </a:tblPr>
              <a:tblGrid>
                <a:gridCol w="1599650"/>
                <a:gridCol w="1367000"/>
                <a:gridCol w="2482375"/>
                <a:gridCol w="1809750"/>
              </a:tblGrid>
              <a:tr h="33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Title of the Paper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Published In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Significance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Limitation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76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LCNN: Lightweight CNN for Software Defect Feature Identification Using Explainable AI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Used SHAP and LIME to interpret CNN-based predictions, highlighting reproducibility of explanations in deep models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No systematic reliability assessment (e.g., stability, concordance); limited to visualization of explanations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792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A Methodology for Reliability Analysis of Explainable AI: Application to Endocrinology Diseases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Introduced a generalized framework with </a:t>
                      </a:r>
                      <a:r>
                        <a:rPr b="1" lang="en-GB" sz="900">
                          <a:solidFill>
                            <a:schemeClr val="dk1"/>
                          </a:solidFill>
                        </a:rPr>
                        <a:t>Generalizability, Concordance, Stability</a:t>
                      </a: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 as reliability metrics for SHAP/LIME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Domain-specific evaluation (healthcare); ignores local sensitivity/perturbation reliability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</a:tr>
              <a:tr h="8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Understanding Software Defect Prediction Through eXplainable Neural Additive Models (XNAMs)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2025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Designed inherently interpretable models, reducing reliance on post-hoc explanations for consistency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Focused on interpretability, not reliability; no cross-fold stability or perturbation analysis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3"/>
          <p:cNvSpPr txBox="1"/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Data Collection and Methodology</a:t>
            </a:r>
            <a:endParaRPr/>
          </a:p>
        </p:txBody>
      </p:sp>
      <p:sp>
        <p:nvSpPr>
          <p:cNvPr id="582" name="Google Shape;582;p43"/>
          <p:cNvSpPr txBox="1"/>
          <p:nvPr>
            <p:ph idx="1" type="subTitle"/>
          </p:nvPr>
        </p:nvSpPr>
        <p:spPr>
          <a:xfrm>
            <a:off x="359625" y="961200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Data Sources</a:t>
            </a:r>
            <a:endParaRPr/>
          </a:p>
        </p:txBody>
      </p:sp>
      <p:sp>
        <p:nvSpPr>
          <p:cNvPr id="583" name="Google Shape;583;p43"/>
          <p:cNvSpPr txBox="1"/>
          <p:nvPr>
            <p:ph idx="3" type="body"/>
          </p:nvPr>
        </p:nvSpPr>
        <p:spPr>
          <a:xfrm>
            <a:off x="359625" y="1322175"/>
            <a:ext cx="3646500" cy="2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CM1 (NASA PROMISE Repository)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— widely used in Software Defect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Attributes: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software metrics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(e.g., LOC, McCabe complexity, Halstead metrics, OO measures).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Target: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Defective (1) / Non-Defective (0)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modules.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Highly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imbalanced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dataset → addressed using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SMOTE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synthetic oversampling.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43"/>
          <p:cNvSpPr txBox="1"/>
          <p:nvPr>
            <p:ph idx="4" type="subTitle"/>
          </p:nvPr>
        </p:nvSpPr>
        <p:spPr>
          <a:xfrm>
            <a:off x="4519425" y="961200"/>
            <a:ext cx="4179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585" name="Google Shape;585;p43"/>
          <p:cNvSpPr txBox="1"/>
          <p:nvPr>
            <p:ph idx="5" type="body"/>
          </p:nvPr>
        </p:nvSpPr>
        <p:spPr>
          <a:xfrm>
            <a:off x="4519425" y="1497575"/>
            <a:ext cx="41793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GB"/>
              <a:t>W</a:t>
            </a:r>
            <a:r>
              <a:rPr lang="en-GB"/>
              <a:t>e preprocess the CM1 dataset with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SMOTE</a:t>
            </a:r>
            <a:r>
              <a:rPr lang="en-GB"/>
              <a:t>, train a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Random Forest</a:t>
            </a:r>
            <a:r>
              <a:rPr lang="en-GB"/>
              <a:t>, explain predictions using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SHAP</a:t>
            </a:r>
            <a:r>
              <a:rPr lang="en-GB"/>
              <a:t>, and evaluate reliability through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Generalizability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Concordance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Stability</a:t>
            </a:r>
            <a:r>
              <a:rPr lang="en-GB"/>
              <a:t>, and our proposed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GLR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ε-Perturbation</a:t>
            </a:r>
            <a:r>
              <a:rPr lang="en-GB"/>
              <a:t>, and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Calibration</a:t>
            </a:r>
            <a:r>
              <a:rPr lang="en-GB"/>
              <a:t> metrics</a:t>
            </a:r>
            <a:endParaRPr/>
          </a:p>
        </p:txBody>
      </p:sp>
      <p:sp>
        <p:nvSpPr>
          <p:cNvPr id="586" name="Google Shape;586;p43"/>
          <p:cNvSpPr txBox="1"/>
          <p:nvPr>
            <p:ph idx="4" type="subTitle"/>
          </p:nvPr>
        </p:nvSpPr>
        <p:spPr>
          <a:xfrm>
            <a:off x="4366650" y="4632025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Dataset</a:t>
            </a:r>
            <a:endParaRPr/>
          </a:p>
        </p:txBody>
      </p:sp>
      <p:pic>
        <p:nvPicPr>
          <p:cNvPr id="587" name="Google Shape;5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64925"/>
            <a:ext cx="4239227" cy="20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593" name="Google Shape;593;p44"/>
          <p:cNvSpPr txBox="1"/>
          <p:nvPr>
            <p:ph idx="1" type="body"/>
          </p:nvPr>
        </p:nvSpPr>
        <p:spPr>
          <a:xfrm>
            <a:off x="421200" y="741850"/>
            <a:ext cx="64236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Pipeline: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(CM1, NASA PROMISE) → Preprocessing (SMOTE, normalization, feature cleanup) → Random Forest Model → SHAP Explanations → Reliability Evaluation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Used: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Integrating SHAP: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global &amp; local feature attributions.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 Extensions: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Align SHAP ranks with loss sensitivity.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Validate if SHAP-top features truly affect loss under small nudges.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(ECE &amp; Brier Score):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Assess probability reliability.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Reliability Score: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Combines GLR, Hit@k, and Calibration for robust trust evaluation.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Benefits: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trustworthy explanations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beyond accuracy.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Validation of causal impact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SHAP features.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Improved confidence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developers &amp; stakeholders in defect predictions.</a:t>
            </a:r>
            <a:endParaRPr/>
          </a:p>
        </p:txBody>
      </p:sp>
      <p:pic>
        <p:nvPicPr>
          <p:cNvPr id="594" name="Google Shape;59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650" y="503463"/>
            <a:ext cx="1843931" cy="4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Results Overview</a:t>
            </a:r>
            <a:endParaRPr/>
          </a:p>
        </p:txBody>
      </p:sp>
      <p:sp>
        <p:nvSpPr>
          <p:cNvPr id="600" name="Google Shape;600;p45"/>
          <p:cNvSpPr txBox="1"/>
          <p:nvPr>
            <p:ph idx="1" type="body"/>
          </p:nvPr>
        </p:nvSpPr>
        <p:spPr>
          <a:xfrm>
            <a:off x="421200" y="1136300"/>
            <a:ext cx="4623300" cy="19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Approach (Generalized Framework)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Metrics: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Generalizability: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0.9866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Concordance: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0.9154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0.7788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Score: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0.9468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Explanations are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highly generalizable and concordant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moderate stability across folds.</a:t>
            </a:r>
            <a:endParaRPr/>
          </a:p>
        </p:txBody>
      </p:sp>
      <p:pic>
        <p:nvPicPr>
          <p:cNvPr id="601" name="Google Shape;60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00" y="3095900"/>
            <a:ext cx="3748800" cy="190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5"/>
          <p:cNvSpPr txBox="1"/>
          <p:nvPr/>
        </p:nvSpPr>
        <p:spPr>
          <a:xfrm>
            <a:off x="5044500" y="1136300"/>
            <a:ext cx="34818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Proposed Approach (GLR Framework)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Reliability Metrics: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GLR_mean: </a:t>
            </a:r>
            <a:r>
              <a:rPr b="1" lang="en-GB" sz="1100">
                <a:solidFill>
                  <a:schemeClr val="dk1"/>
                </a:solidFill>
              </a:rPr>
              <a:t>0.0864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Hit@10: </a:t>
            </a:r>
            <a:r>
              <a:rPr b="1" lang="en-GB" sz="1100">
                <a:solidFill>
                  <a:schemeClr val="dk1"/>
                </a:solidFill>
              </a:rPr>
              <a:t>1.0</a:t>
            </a:r>
            <a:r>
              <a:rPr lang="en-GB" sz="1100">
                <a:solidFill>
                  <a:schemeClr val="dk1"/>
                </a:solidFill>
              </a:rPr>
              <a:t> (SHAP-top features always validated by perturbation test)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ECE: </a:t>
            </a:r>
            <a:r>
              <a:rPr b="1" lang="en-GB" sz="1100">
                <a:solidFill>
                  <a:schemeClr val="dk1"/>
                </a:solidFill>
              </a:rPr>
              <a:t>0.1098</a:t>
            </a:r>
            <a:r>
              <a:rPr lang="en-GB" sz="1100">
                <a:solidFill>
                  <a:schemeClr val="dk1"/>
                </a:solidFill>
              </a:rPr>
              <a:t> (lower error, better calibration)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Reliability Score: </a:t>
            </a:r>
            <a:r>
              <a:rPr b="1" lang="en-GB" sz="1100">
                <a:solidFill>
                  <a:schemeClr val="dk1"/>
                </a:solidFill>
              </a:rPr>
              <a:t>0.8111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Key Takeaway:</a:t>
            </a:r>
            <a:r>
              <a:rPr lang="en-GB" sz="1100">
                <a:solidFill>
                  <a:schemeClr val="dk1"/>
                </a:solidFill>
              </a:rPr>
              <a:t> Explanations are not only reproducible but also </a:t>
            </a:r>
            <a:r>
              <a:rPr b="1" lang="en-GB" sz="1100">
                <a:solidFill>
                  <a:schemeClr val="dk1"/>
                </a:solidFill>
              </a:rPr>
              <a:t>causally validated (Hit@k = 1.0)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probability-calibrated</a:t>
            </a:r>
            <a:r>
              <a:rPr lang="en-GB" sz="1100">
                <a:solidFill>
                  <a:schemeClr val="dk1"/>
                </a:solidFill>
              </a:rPr>
              <a:t>, providing stronger trust in model outputs.</a:t>
            </a: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6"/>
          <p:cNvSpPr txBox="1"/>
          <p:nvPr>
            <p:ph type="title"/>
          </p:nvPr>
        </p:nvSpPr>
        <p:spPr>
          <a:xfrm>
            <a:off x="1195475" y="1234350"/>
            <a:ext cx="5931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ean 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5E3FF"/>
      </a:accent1>
      <a:accent2>
        <a:srgbClr val="858EFF"/>
      </a:accent2>
      <a:accent3>
        <a:srgbClr val="FFB093"/>
      </a:accent3>
      <a:accent4>
        <a:srgbClr val="F3F3F3"/>
      </a:accent4>
      <a:accent5>
        <a:srgbClr val="FF0000"/>
      </a:accent5>
      <a:accent6>
        <a:srgbClr val="EEFF41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